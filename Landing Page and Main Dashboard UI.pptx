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4" r:id="rId4"/>
    <p:sldId id="265"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92A60B-44D3-4397-A1C3-03E43E2EADCD}" v="38" dt="2026-06-15T20:39:13.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Jacome" userId="1efd4a07-9ff0-4e22-a80e-a43a1fe04586" providerId="ADAL" clId="{DAA60A87-4270-4DEA-BEC7-AC979DCEA99C}"/>
    <pc:docChg chg="custSel addSld delSld modSld sldOrd">
      <pc:chgData name="Hector Jacome" userId="1efd4a07-9ff0-4e22-a80e-a43a1fe04586" providerId="ADAL" clId="{DAA60A87-4270-4DEA-BEC7-AC979DCEA99C}" dt="2026-06-15T20:39:20.198" v="1096" actId="47"/>
      <pc:docMkLst>
        <pc:docMk/>
      </pc:docMkLst>
      <pc:sldChg chg="addSp delSp modSp del mod ord">
        <pc:chgData name="Hector Jacome" userId="1efd4a07-9ff0-4e22-a80e-a43a1fe04586" providerId="ADAL" clId="{DAA60A87-4270-4DEA-BEC7-AC979DCEA99C}" dt="2026-06-15T20:38:55.602" v="1092" actId="47"/>
        <pc:sldMkLst>
          <pc:docMk/>
          <pc:sldMk cId="3391830180" sldId="256"/>
        </pc:sldMkLst>
      </pc:sldChg>
      <pc:sldChg chg="addSp delSp modSp add del mod ord">
        <pc:chgData name="Hector Jacome" userId="1efd4a07-9ff0-4e22-a80e-a43a1fe04586" providerId="ADAL" clId="{DAA60A87-4270-4DEA-BEC7-AC979DCEA99C}" dt="2026-06-15T20:39:20.198" v="1096" actId="47"/>
        <pc:sldMkLst>
          <pc:docMk/>
          <pc:sldMk cId="2958324151" sldId="257"/>
        </pc:sldMkLst>
        <pc:spChg chg="add mod">
          <ac:chgData name="Hector Jacome" userId="1efd4a07-9ff0-4e22-a80e-a43a1fe04586" providerId="ADAL" clId="{DAA60A87-4270-4DEA-BEC7-AC979DCEA99C}" dt="2026-05-29T03:10:38.637" v="434" actId="1076"/>
          <ac:spMkLst>
            <pc:docMk/>
            <pc:sldMk cId="2958324151" sldId="257"/>
            <ac:spMk id="2" creationId="{F852D4C0-3118-45BA-D31B-7AD984B1A290}"/>
          </ac:spMkLst>
        </pc:spChg>
        <pc:spChg chg="add mod">
          <ac:chgData name="Hector Jacome" userId="1efd4a07-9ff0-4e22-a80e-a43a1fe04586" providerId="ADAL" clId="{DAA60A87-4270-4DEA-BEC7-AC979DCEA99C}" dt="2026-05-28T21:48:28.098" v="120" actId="1076"/>
          <ac:spMkLst>
            <pc:docMk/>
            <pc:sldMk cId="2958324151" sldId="257"/>
            <ac:spMk id="3" creationId="{887D1020-7594-BC09-4245-07BCF7DDD12A}"/>
          </ac:spMkLst>
        </pc:spChg>
        <pc:spChg chg="add mod">
          <ac:chgData name="Hector Jacome" userId="1efd4a07-9ff0-4e22-a80e-a43a1fe04586" providerId="ADAL" clId="{DAA60A87-4270-4DEA-BEC7-AC979DCEA99C}" dt="2026-05-29T03:10:49.768" v="443" actId="20577"/>
          <ac:spMkLst>
            <pc:docMk/>
            <pc:sldMk cId="2958324151" sldId="257"/>
            <ac:spMk id="5" creationId="{0C826BEC-CDE5-2406-F5AA-8D00DA44D174}"/>
          </ac:spMkLst>
        </pc:spChg>
        <pc:spChg chg="mod">
          <ac:chgData name="Hector Jacome" userId="1efd4a07-9ff0-4e22-a80e-a43a1fe04586" providerId="ADAL" clId="{DAA60A87-4270-4DEA-BEC7-AC979DCEA99C}" dt="2026-05-28T21:48:21.073" v="119" actId="20577"/>
          <ac:spMkLst>
            <pc:docMk/>
            <pc:sldMk cId="2958324151" sldId="257"/>
            <ac:spMk id="16" creationId="{5C421BC7-5994-0B3F-3422-65EA63584BA2}"/>
          </ac:spMkLst>
        </pc:spChg>
        <pc:spChg chg="mod">
          <ac:chgData name="Hector Jacome" userId="1efd4a07-9ff0-4e22-a80e-a43a1fe04586" providerId="ADAL" clId="{DAA60A87-4270-4DEA-BEC7-AC979DCEA99C}" dt="2026-05-28T21:47:06.745" v="18" actId="20577"/>
          <ac:spMkLst>
            <pc:docMk/>
            <pc:sldMk cId="2958324151" sldId="257"/>
            <ac:spMk id="19" creationId="{6F722404-F273-CBAE-E0C7-953A4E9FF6A1}"/>
          </ac:spMkLst>
        </pc:spChg>
        <pc:picChg chg="add mod">
          <ac:chgData name="Hector Jacome" userId="1efd4a07-9ff0-4e22-a80e-a43a1fe04586" providerId="ADAL" clId="{DAA60A87-4270-4DEA-BEC7-AC979DCEA99C}" dt="2026-05-29T03:44:18.791" v="874" actId="1076"/>
          <ac:picMkLst>
            <pc:docMk/>
            <pc:sldMk cId="2958324151" sldId="257"/>
            <ac:picMk id="11" creationId="{B7A07FF6-291F-427D-7F6F-1CC640D8CB3B}"/>
          </ac:picMkLst>
        </pc:picChg>
        <pc:cxnChg chg="mod">
          <ac:chgData name="Hector Jacome" userId="1efd4a07-9ff0-4e22-a80e-a43a1fe04586" providerId="ADAL" clId="{DAA60A87-4270-4DEA-BEC7-AC979DCEA99C}" dt="2026-05-29T03:46:19.299" v="897" actId="108"/>
          <ac:cxnSpMkLst>
            <pc:docMk/>
            <pc:sldMk cId="2958324151" sldId="257"/>
            <ac:cxnSpMk id="15" creationId="{10632745-2F98-222B-552B-C7E7CE00918C}"/>
          </ac:cxnSpMkLst>
        </pc:cxnChg>
      </pc:sldChg>
      <pc:sldChg chg="addSp delSp modSp add del mod">
        <pc:chgData name="Hector Jacome" userId="1efd4a07-9ff0-4e22-a80e-a43a1fe04586" providerId="ADAL" clId="{DAA60A87-4270-4DEA-BEC7-AC979DCEA99C}" dt="2026-06-15T20:39:20.198" v="1096" actId="47"/>
        <pc:sldMkLst>
          <pc:docMk/>
          <pc:sldMk cId="2657547545" sldId="258"/>
        </pc:sldMkLst>
        <pc:spChg chg="mod">
          <ac:chgData name="Hector Jacome" userId="1efd4a07-9ff0-4e22-a80e-a43a1fe04586" providerId="ADAL" clId="{DAA60A87-4270-4DEA-BEC7-AC979DCEA99C}" dt="2026-05-29T03:26:38.844" v="695" actId="14100"/>
          <ac:spMkLst>
            <pc:docMk/>
            <pc:sldMk cId="2657547545" sldId="258"/>
            <ac:spMk id="4" creationId="{413CB503-BA29-9B43-B2D8-0D947A378B68}"/>
          </ac:spMkLst>
        </pc:spChg>
        <pc:spChg chg="add mod">
          <ac:chgData name="Hector Jacome" userId="1efd4a07-9ff0-4e22-a80e-a43a1fe04586" providerId="ADAL" clId="{DAA60A87-4270-4DEA-BEC7-AC979DCEA99C}" dt="2026-05-29T03:44:46.570" v="879" actId="14100"/>
          <ac:spMkLst>
            <pc:docMk/>
            <pc:sldMk cId="2657547545" sldId="258"/>
            <ac:spMk id="5" creationId="{4AF5ABE9-824B-B114-E172-CD57B129E95B}"/>
          </ac:spMkLst>
        </pc:spChg>
        <pc:spChg chg="mod">
          <ac:chgData name="Hector Jacome" userId="1efd4a07-9ff0-4e22-a80e-a43a1fe04586" providerId="ADAL" clId="{DAA60A87-4270-4DEA-BEC7-AC979DCEA99C}" dt="2026-05-29T03:26:43.625" v="696" actId="1076"/>
          <ac:spMkLst>
            <pc:docMk/>
            <pc:sldMk cId="2657547545" sldId="258"/>
            <ac:spMk id="6" creationId="{21737760-CBA8-FEF3-4D52-309D0E357775}"/>
          </ac:spMkLst>
        </pc:spChg>
        <pc:spChg chg="add mod">
          <ac:chgData name="Hector Jacome" userId="1efd4a07-9ff0-4e22-a80e-a43a1fe04586" providerId="ADAL" clId="{DAA60A87-4270-4DEA-BEC7-AC979DCEA99C}" dt="2026-05-28T21:50:36.546" v="180" actId="20577"/>
          <ac:spMkLst>
            <pc:docMk/>
            <pc:sldMk cId="2657547545" sldId="258"/>
            <ac:spMk id="7" creationId="{96768114-585F-5752-68B1-9551CA1CCC03}"/>
          </ac:spMkLst>
        </pc:spChg>
        <pc:spChg chg="mod">
          <ac:chgData name="Hector Jacome" userId="1efd4a07-9ff0-4e22-a80e-a43a1fe04586" providerId="ADAL" clId="{DAA60A87-4270-4DEA-BEC7-AC979DCEA99C}" dt="2026-05-29T03:58:18.448" v="936" actId="1076"/>
          <ac:spMkLst>
            <pc:docMk/>
            <pc:sldMk cId="2657547545" sldId="258"/>
            <ac:spMk id="19" creationId="{CA645CE8-4EFF-9E6B-887F-76F19FF8EEA4}"/>
          </ac:spMkLst>
        </pc:spChg>
        <pc:spChg chg="add mod">
          <ac:chgData name="Hector Jacome" userId="1efd4a07-9ff0-4e22-a80e-a43a1fe04586" providerId="ADAL" clId="{DAA60A87-4270-4DEA-BEC7-AC979DCEA99C}" dt="2026-05-29T04:01:09.175" v="1057" actId="113"/>
          <ac:spMkLst>
            <pc:docMk/>
            <pc:sldMk cId="2657547545" sldId="258"/>
            <ac:spMk id="26" creationId="{939D29AB-826E-2564-07B6-F324D4AB3940}"/>
          </ac:spMkLst>
        </pc:spChg>
        <pc:picChg chg="add mod">
          <ac:chgData name="Hector Jacome" userId="1efd4a07-9ff0-4e22-a80e-a43a1fe04586" providerId="ADAL" clId="{DAA60A87-4270-4DEA-BEC7-AC979DCEA99C}" dt="2026-05-29T03:58:14.528" v="935" actId="1076"/>
          <ac:picMkLst>
            <pc:docMk/>
            <pc:sldMk cId="2657547545" sldId="258"/>
            <ac:picMk id="29" creationId="{51812DB4-3DA3-AADD-9461-5D653BA45A68}"/>
          </ac:picMkLst>
        </pc:picChg>
        <pc:picChg chg="add mod modCrop">
          <ac:chgData name="Hector Jacome" userId="1efd4a07-9ff0-4e22-a80e-a43a1fe04586" providerId="ADAL" clId="{DAA60A87-4270-4DEA-BEC7-AC979DCEA99C}" dt="2026-05-29T03:44:50.127" v="880" actId="1076"/>
          <ac:picMkLst>
            <pc:docMk/>
            <pc:sldMk cId="2657547545" sldId="258"/>
            <ac:picMk id="33" creationId="{7CFB3C6A-D614-046B-1AC8-B9BF56FBCA31}"/>
          </ac:picMkLst>
        </pc:picChg>
        <pc:cxnChg chg="add mod">
          <ac:chgData name="Hector Jacome" userId="1efd4a07-9ff0-4e22-a80e-a43a1fe04586" providerId="ADAL" clId="{DAA60A87-4270-4DEA-BEC7-AC979DCEA99C}" dt="2026-05-29T03:45:37.719" v="889" actId="108"/>
          <ac:cxnSpMkLst>
            <pc:docMk/>
            <pc:sldMk cId="2657547545" sldId="258"/>
            <ac:cxnSpMk id="14" creationId="{899623DE-0B45-CFDE-3279-5BA54284F0DA}"/>
          </ac:cxnSpMkLst>
        </pc:cxnChg>
        <pc:cxnChg chg="mod">
          <ac:chgData name="Hector Jacome" userId="1efd4a07-9ff0-4e22-a80e-a43a1fe04586" providerId="ADAL" clId="{DAA60A87-4270-4DEA-BEC7-AC979DCEA99C}" dt="2026-05-29T03:45:40.940" v="891" actId="108"/>
          <ac:cxnSpMkLst>
            <pc:docMk/>
            <pc:sldMk cId="2657547545" sldId="258"/>
            <ac:cxnSpMk id="15" creationId="{4FE75746-8127-55C5-443D-7508AC93D6C8}"/>
          </ac:cxnSpMkLst>
        </pc:cxnChg>
        <pc:cxnChg chg="add mod">
          <ac:chgData name="Hector Jacome" userId="1efd4a07-9ff0-4e22-a80e-a43a1fe04586" providerId="ADAL" clId="{DAA60A87-4270-4DEA-BEC7-AC979DCEA99C}" dt="2026-05-29T03:45:39.088" v="890" actId="108"/>
          <ac:cxnSpMkLst>
            <pc:docMk/>
            <pc:sldMk cId="2657547545" sldId="258"/>
            <ac:cxnSpMk id="20" creationId="{FF7AA907-AD45-DDC1-3559-4C88A7A8F3FD}"/>
          </ac:cxnSpMkLst>
        </pc:cxnChg>
      </pc:sldChg>
      <pc:sldChg chg="addSp delSp modSp add del mod">
        <pc:chgData name="Hector Jacome" userId="1efd4a07-9ff0-4e22-a80e-a43a1fe04586" providerId="ADAL" clId="{DAA60A87-4270-4DEA-BEC7-AC979DCEA99C}" dt="2026-06-15T20:39:20.198" v="1096" actId="47"/>
        <pc:sldMkLst>
          <pc:docMk/>
          <pc:sldMk cId="1126936316" sldId="259"/>
        </pc:sldMkLst>
        <pc:spChg chg="add mod">
          <ac:chgData name="Hector Jacome" userId="1efd4a07-9ff0-4e22-a80e-a43a1fe04586" providerId="ADAL" clId="{DAA60A87-4270-4DEA-BEC7-AC979DCEA99C}" dt="2026-05-29T03:45:15.127" v="885" actId="14100"/>
          <ac:spMkLst>
            <pc:docMk/>
            <pc:sldMk cId="1126936316" sldId="259"/>
            <ac:spMk id="2" creationId="{296F173A-892B-AA5B-6F75-F70363477A36}"/>
          </ac:spMkLst>
        </pc:spChg>
        <pc:spChg chg="add mod">
          <ac:chgData name="Hector Jacome" userId="1efd4a07-9ff0-4e22-a80e-a43a1fe04586" providerId="ADAL" clId="{DAA60A87-4270-4DEA-BEC7-AC979DCEA99C}" dt="2026-05-29T03:58:50.338" v="972" actId="20577"/>
          <ac:spMkLst>
            <pc:docMk/>
            <pc:sldMk cId="1126936316" sldId="259"/>
            <ac:spMk id="3" creationId="{530D7964-3241-736D-16A6-FA11D3F7AB89}"/>
          </ac:spMkLst>
        </pc:spChg>
        <pc:spChg chg="mod">
          <ac:chgData name="Hector Jacome" userId="1efd4a07-9ff0-4e22-a80e-a43a1fe04586" providerId="ADAL" clId="{DAA60A87-4270-4DEA-BEC7-AC979DCEA99C}" dt="2026-05-29T03:28:20.049" v="699" actId="1076"/>
          <ac:spMkLst>
            <pc:docMk/>
            <pc:sldMk cId="1126936316" sldId="259"/>
            <ac:spMk id="6" creationId="{48197DA7-EA9F-141D-1376-EABCB1EACF14}"/>
          </ac:spMkLst>
        </pc:spChg>
        <pc:graphicFrameChg chg="add mod modGraphic">
          <ac:chgData name="Hector Jacome" userId="1efd4a07-9ff0-4e22-a80e-a43a1fe04586" providerId="ADAL" clId="{DAA60A87-4270-4DEA-BEC7-AC979DCEA99C}" dt="2026-05-29T04:01:56.434" v="1075" actId="2084"/>
          <ac:graphicFrameMkLst>
            <pc:docMk/>
            <pc:sldMk cId="1126936316" sldId="259"/>
            <ac:graphicFrameMk id="23" creationId="{C311CA95-E879-F038-00C6-EA11B94156B1}"/>
          </ac:graphicFrameMkLst>
        </pc:graphicFrameChg>
        <pc:picChg chg="add mod modCrop">
          <ac:chgData name="Hector Jacome" userId="1efd4a07-9ff0-4e22-a80e-a43a1fe04586" providerId="ADAL" clId="{DAA60A87-4270-4DEA-BEC7-AC979DCEA99C}" dt="2026-05-29T04:09:09.808" v="1090" actId="1440"/>
          <ac:picMkLst>
            <pc:docMk/>
            <pc:sldMk cId="1126936316" sldId="259"/>
            <ac:picMk id="5" creationId="{CDF57A7C-BE70-9C1E-A70B-CD55F90CBAC2}"/>
          </ac:picMkLst>
        </pc:picChg>
        <pc:picChg chg="add mod">
          <ac:chgData name="Hector Jacome" userId="1efd4a07-9ff0-4e22-a80e-a43a1fe04586" providerId="ADAL" clId="{DAA60A87-4270-4DEA-BEC7-AC979DCEA99C}" dt="2026-05-29T03:30:58.302" v="700" actId="1440"/>
          <ac:picMkLst>
            <pc:docMk/>
            <pc:sldMk cId="1126936316" sldId="259"/>
            <ac:picMk id="18" creationId="{21197FBE-33A6-DABC-83EF-D272969C0ECF}"/>
          </ac:picMkLst>
        </pc:picChg>
        <pc:picChg chg="add mod modCrop">
          <ac:chgData name="Hector Jacome" userId="1efd4a07-9ff0-4e22-a80e-a43a1fe04586" providerId="ADAL" clId="{DAA60A87-4270-4DEA-BEC7-AC979DCEA99C}" dt="2026-05-29T03:45:18.270" v="886" actId="1076"/>
          <ac:picMkLst>
            <pc:docMk/>
            <pc:sldMk cId="1126936316" sldId="259"/>
            <ac:picMk id="24" creationId="{46A4DB7D-51BE-9BFC-334F-BE4808E06233}"/>
          </ac:picMkLst>
        </pc:picChg>
        <pc:cxnChg chg="add mod">
          <ac:chgData name="Hector Jacome" userId="1efd4a07-9ff0-4e22-a80e-a43a1fe04586" providerId="ADAL" clId="{DAA60A87-4270-4DEA-BEC7-AC979DCEA99C}" dt="2026-05-29T03:45:32.945" v="888" actId="108"/>
          <ac:cxnSpMkLst>
            <pc:docMk/>
            <pc:sldMk cId="1126936316" sldId="259"/>
            <ac:cxnSpMk id="10" creationId="{9F16C247-9251-D0BE-EA36-D2B7FBF84220}"/>
          </ac:cxnSpMkLst>
        </pc:cxnChg>
        <pc:cxnChg chg="mod">
          <ac:chgData name="Hector Jacome" userId="1efd4a07-9ff0-4e22-a80e-a43a1fe04586" providerId="ADAL" clId="{DAA60A87-4270-4DEA-BEC7-AC979DCEA99C}" dt="2026-05-29T03:45:28.078" v="887" actId="1582"/>
          <ac:cxnSpMkLst>
            <pc:docMk/>
            <pc:sldMk cId="1126936316" sldId="259"/>
            <ac:cxnSpMk id="14" creationId="{20840B91-2720-D305-4884-0879D28FFBE9}"/>
          </ac:cxnSpMkLst>
        </pc:cxnChg>
      </pc:sldChg>
      <pc:sldChg chg="addSp delSp modSp add del mod">
        <pc:chgData name="Hector Jacome" userId="1efd4a07-9ff0-4e22-a80e-a43a1fe04586" providerId="ADAL" clId="{DAA60A87-4270-4DEA-BEC7-AC979DCEA99C}" dt="2026-06-15T20:39:20.198" v="1096" actId="47"/>
        <pc:sldMkLst>
          <pc:docMk/>
          <pc:sldMk cId="1257064979" sldId="260"/>
        </pc:sldMkLst>
        <pc:spChg chg="mod">
          <ac:chgData name="Hector Jacome" userId="1efd4a07-9ff0-4e22-a80e-a43a1fe04586" providerId="ADAL" clId="{DAA60A87-4270-4DEA-BEC7-AC979DCEA99C}" dt="2026-05-29T03:59:52.392" v="974" actId="1076"/>
          <ac:spMkLst>
            <pc:docMk/>
            <pc:sldMk cId="1257064979" sldId="260"/>
            <ac:spMk id="2" creationId="{3C291926-3EF7-12E6-FF6E-D64670A91B2C}"/>
          </ac:spMkLst>
        </pc:spChg>
        <pc:spChg chg="add mod">
          <ac:chgData name="Hector Jacome" userId="1efd4a07-9ff0-4e22-a80e-a43a1fe04586" providerId="ADAL" clId="{DAA60A87-4270-4DEA-BEC7-AC979DCEA99C}" dt="2026-05-29T04:00:47.779" v="989" actId="1076"/>
          <ac:spMkLst>
            <pc:docMk/>
            <pc:sldMk cId="1257064979" sldId="260"/>
            <ac:spMk id="12" creationId="{D564D25D-94CF-89FC-89EF-43389752A2FE}"/>
          </ac:spMkLst>
        </pc:spChg>
        <pc:picChg chg="add mod">
          <ac:chgData name="Hector Jacome" userId="1efd4a07-9ff0-4e22-a80e-a43a1fe04586" providerId="ADAL" clId="{DAA60A87-4270-4DEA-BEC7-AC979DCEA99C}" dt="2026-05-29T03:41:10.563" v="833" actId="1076"/>
          <ac:picMkLst>
            <pc:docMk/>
            <pc:sldMk cId="1257064979" sldId="260"/>
            <ac:picMk id="8" creationId="{3F524CE8-76AD-D40A-9096-54268C8C1930}"/>
          </ac:picMkLst>
        </pc:picChg>
        <pc:picChg chg="add mod modCrop">
          <ac:chgData name="Hector Jacome" userId="1efd4a07-9ff0-4e22-a80e-a43a1fe04586" providerId="ADAL" clId="{DAA60A87-4270-4DEA-BEC7-AC979DCEA99C}" dt="2026-05-29T04:00:11.770" v="978" actId="1076"/>
          <ac:picMkLst>
            <pc:docMk/>
            <pc:sldMk cId="1257064979" sldId="260"/>
            <ac:picMk id="9" creationId="{213C1375-F014-6E7A-28E8-77EF56B928B3}"/>
          </ac:picMkLst>
        </pc:picChg>
        <pc:cxnChg chg="mod">
          <ac:chgData name="Hector Jacome" userId="1efd4a07-9ff0-4e22-a80e-a43a1fe04586" providerId="ADAL" clId="{DAA60A87-4270-4DEA-BEC7-AC979DCEA99C}" dt="2026-05-29T03:45:45.339" v="893" actId="108"/>
          <ac:cxnSpMkLst>
            <pc:docMk/>
            <pc:sldMk cId="1257064979" sldId="260"/>
            <ac:cxnSpMk id="10" creationId="{64312018-911E-DEA7-41BA-5F329536E6B3}"/>
          </ac:cxnSpMkLst>
        </pc:cxnChg>
        <pc:cxnChg chg="mod">
          <ac:chgData name="Hector Jacome" userId="1efd4a07-9ff0-4e22-a80e-a43a1fe04586" providerId="ADAL" clId="{DAA60A87-4270-4DEA-BEC7-AC979DCEA99C}" dt="2026-05-29T03:59:52.392" v="974" actId="1076"/>
          <ac:cxnSpMkLst>
            <pc:docMk/>
            <pc:sldMk cId="1257064979" sldId="260"/>
            <ac:cxnSpMk id="14" creationId="{BC3C3D3E-9B15-36C4-48C4-94C83C6AE73C}"/>
          </ac:cxnSpMkLst>
        </pc:cxnChg>
      </pc:sldChg>
      <pc:sldChg chg="add del">
        <pc:chgData name="Hector Jacome" userId="1efd4a07-9ff0-4e22-a80e-a43a1fe04586" providerId="ADAL" clId="{DAA60A87-4270-4DEA-BEC7-AC979DCEA99C}" dt="2026-06-15T20:39:20.198" v="1096" actId="47"/>
        <pc:sldMkLst>
          <pc:docMk/>
          <pc:sldMk cId="3540877460" sldId="261"/>
        </pc:sldMkLst>
      </pc:sldChg>
      <pc:sldChg chg="add del">
        <pc:chgData name="Hector Jacome" userId="1efd4a07-9ff0-4e22-a80e-a43a1fe04586" providerId="ADAL" clId="{DAA60A87-4270-4DEA-BEC7-AC979DCEA99C}" dt="2026-06-15T20:39:13.330" v="1094"/>
        <pc:sldMkLst>
          <pc:docMk/>
          <pc:sldMk cId="398349132" sldId="262"/>
        </pc:sldMkLst>
      </pc:sldChg>
      <pc:sldChg chg="add">
        <pc:chgData name="Hector Jacome" userId="1efd4a07-9ff0-4e22-a80e-a43a1fe04586" providerId="ADAL" clId="{DAA60A87-4270-4DEA-BEC7-AC979DCEA99C}" dt="2026-06-15T20:39:13.379" v="1095"/>
        <pc:sldMkLst>
          <pc:docMk/>
          <pc:sldMk cId="2961867119" sldId="262"/>
        </pc:sldMkLst>
      </pc:sldChg>
      <pc:sldChg chg="add">
        <pc:chgData name="Hector Jacome" userId="1efd4a07-9ff0-4e22-a80e-a43a1fe04586" providerId="ADAL" clId="{DAA60A87-4270-4DEA-BEC7-AC979DCEA99C}" dt="2026-06-15T20:39:13.379" v="1095"/>
        <pc:sldMkLst>
          <pc:docMk/>
          <pc:sldMk cId="698795957" sldId="263"/>
        </pc:sldMkLst>
      </pc:sldChg>
      <pc:sldChg chg="add del">
        <pc:chgData name="Hector Jacome" userId="1efd4a07-9ff0-4e22-a80e-a43a1fe04586" providerId="ADAL" clId="{DAA60A87-4270-4DEA-BEC7-AC979DCEA99C}" dt="2026-06-15T20:39:13.330" v="1094"/>
        <pc:sldMkLst>
          <pc:docMk/>
          <pc:sldMk cId="1934504767" sldId="263"/>
        </pc:sldMkLst>
      </pc:sldChg>
      <pc:sldChg chg="add">
        <pc:chgData name="Hector Jacome" userId="1efd4a07-9ff0-4e22-a80e-a43a1fe04586" providerId="ADAL" clId="{DAA60A87-4270-4DEA-BEC7-AC979DCEA99C}" dt="2026-06-15T20:39:13.379" v="1095"/>
        <pc:sldMkLst>
          <pc:docMk/>
          <pc:sldMk cId="1873239242" sldId="264"/>
        </pc:sldMkLst>
      </pc:sldChg>
      <pc:sldChg chg="add del">
        <pc:chgData name="Hector Jacome" userId="1efd4a07-9ff0-4e22-a80e-a43a1fe04586" providerId="ADAL" clId="{DAA60A87-4270-4DEA-BEC7-AC979DCEA99C}" dt="2026-06-15T20:39:13.330" v="1094"/>
        <pc:sldMkLst>
          <pc:docMk/>
          <pc:sldMk cId="3958184593" sldId="264"/>
        </pc:sldMkLst>
      </pc:sldChg>
      <pc:sldChg chg="add">
        <pc:chgData name="Hector Jacome" userId="1efd4a07-9ff0-4e22-a80e-a43a1fe04586" providerId="ADAL" clId="{DAA60A87-4270-4DEA-BEC7-AC979DCEA99C}" dt="2026-06-15T20:39:13.379" v="1095"/>
        <pc:sldMkLst>
          <pc:docMk/>
          <pc:sldMk cId="1086986471" sldId="265"/>
        </pc:sldMkLst>
      </pc:sldChg>
      <pc:sldChg chg="add del">
        <pc:chgData name="Hector Jacome" userId="1efd4a07-9ff0-4e22-a80e-a43a1fe04586" providerId="ADAL" clId="{DAA60A87-4270-4DEA-BEC7-AC979DCEA99C}" dt="2026-06-15T20:39:13.330" v="1094"/>
        <pc:sldMkLst>
          <pc:docMk/>
          <pc:sldMk cId="2930997429" sldId="265"/>
        </pc:sldMkLst>
      </pc:sldChg>
      <pc:sldChg chg="add del">
        <pc:chgData name="Hector Jacome" userId="1efd4a07-9ff0-4e22-a80e-a43a1fe04586" providerId="ADAL" clId="{DAA60A87-4270-4DEA-BEC7-AC979DCEA99C}" dt="2026-06-15T20:39:13.379" v="1095"/>
        <pc:sldMkLst>
          <pc:docMk/>
          <pc:sldMk cId="3391830180"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91963-0DAB-8FF4-68C7-C5DA91C4E2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433015-665D-BED9-19C6-ADA1D4401F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BDC485-1BFB-906A-C77E-ECECE555662D}"/>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42FD5A6B-54E2-2D6D-69F7-302429B397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E7037-C166-E334-1519-C690E5C544ED}"/>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296293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2CAB-2DF7-14E6-D0CD-529A684507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F0A126-17D6-ADAF-B456-ACD2169E5F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7EB23-33D2-EF5D-1CDE-C519E66843A0}"/>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B002D521-534D-62CB-0791-B968EF21B8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56592-2554-A3FC-7E77-8E478A070C87}"/>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1748587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193B9-5FCC-15CA-C3EC-26A2A4C4A1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95D1E0-CE07-2641-21EC-D71C300987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39AED3-AD07-15CD-50DE-8AAD0E73742B}"/>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FFEB644F-6DA5-2900-FECC-567BBC491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925B2-292E-A775-9449-783E3D83DA4B}"/>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3095281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70FD7-3071-FDF9-EF68-EB43C5BCBE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B26041-0DAB-1D73-4386-F957914AF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B3A80B-C1F4-EA07-6855-EDA3532CD5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430238-26C3-3968-877D-247127E1742B}"/>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6" name="Footer Placeholder 5">
            <a:extLst>
              <a:ext uri="{FF2B5EF4-FFF2-40B4-BE49-F238E27FC236}">
                <a16:creationId xmlns:a16="http://schemas.microsoft.com/office/drawing/2014/main" id="{70C41002-AD87-DE75-5FDE-F71880CEA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9694C5-D539-2267-944F-24325F8B4AC5}"/>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3018957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0FD29-90DF-5E06-633A-415F54A43F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2BBF36-F9CA-FC2D-9524-72EFB8A6BD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62B658-92B8-5591-E427-0AB760EBB7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C40CF3-EC5C-6EAE-F184-5656515DF8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0614A3-1020-40E2-1244-9C8EACB33D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96168D-7887-8E6C-D646-A6AFC613206E}"/>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8" name="Footer Placeholder 7">
            <a:extLst>
              <a:ext uri="{FF2B5EF4-FFF2-40B4-BE49-F238E27FC236}">
                <a16:creationId xmlns:a16="http://schemas.microsoft.com/office/drawing/2014/main" id="{9B5DCAC0-0B8A-1708-226F-71F30D706F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CE47FB-713F-5C6D-03D6-03D958C89020}"/>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356770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FC0E-2B7B-41A7-D2FC-1E43F71DF3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9AB75-CA63-DBB0-CF01-C4AD654AA4B7}"/>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4" name="Footer Placeholder 3">
            <a:extLst>
              <a:ext uri="{FF2B5EF4-FFF2-40B4-BE49-F238E27FC236}">
                <a16:creationId xmlns:a16="http://schemas.microsoft.com/office/drawing/2014/main" id="{E1B29BF2-5F94-2B18-BEFA-9EC9D1D6CB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981F2D-CF66-0D24-5807-315D66ED2C5E}"/>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389959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09FD7-9723-9B28-6870-523A9054BF7F}"/>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3" name="Footer Placeholder 2">
            <a:extLst>
              <a:ext uri="{FF2B5EF4-FFF2-40B4-BE49-F238E27FC236}">
                <a16:creationId xmlns:a16="http://schemas.microsoft.com/office/drawing/2014/main" id="{26B3429C-EB35-BF76-CC47-E792A96AB1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C7C8C1-1F1C-9A05-FB2A-E84C65974A2B}"/>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2478067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9F2A-4F91-34CA-302C-749F7FC843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ADDEDF-1DEE-B802-5B19-335E20B37C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4D6846-8896-FD5C-DAE0-251A0D4CE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53BC4D-F780-519D-D16B-BBE3937A601C}"/>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6" name="Footer Placeholder 5">
            <a:extLst>
              <a:ext uri="{FF2B5EF4-FFF2-40B4-BE49-F238E27FC236}">
                <a16:creationId xmlns:a16="http://schemas.microsoft.com/office/drawing/2014/main" id="{43ED83EB-4EB5-3B7C-3079-B357B2ED22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48645D-FD55-A84F-55F6-DE22DAAF26E8}"/>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1316668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29F95-E20F-2325-A34E-37FDD1991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718200-A95A-BEED-6641-53D828FA1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86C624-CE0C-88A1-A6DF-65855054EF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BFE8A-831F-4CC4-97D3-42855C9F519E}"/>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6" name="Footer Placeholder 5">
            <a:extLst>
              <a:ext uri="{FF2B5EF4-FFF2-40B4-BE49-F238E27FC236}">
                <a16:creationId xmlns:a16="http://schemas.microsoft.com/office/drawing/2014/main" id="{DAEF556C-6072-D81D-3A53-FAA38C3CE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2F5C4-83AF-E01C-360A-E1CE314B7631}"/>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424968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AE7D-46E0-BF50-9B20-18A94A0F0D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724C70-09A3-8FE3-800C-7FEB1B9F37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EFC33D-A35A-F2A1-8B2F-EBE5635F4A12}"/>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C0DAD151-837C-377D-006B-47E6E7FEE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FCDE32-FDE4-51BB-2FB2-D327F55EE531}"/>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3732698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3E1C6B-F2E4-2E1C-51C1-8393980CAC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186A4E-455B-EBF5-6117-F66A12111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C79C8-930D-A181-EAD5-F90434E9DF3B}"/>
              </a:ext>
            </a:extLst>
          </p:cNvPr>
          <p:cNvSpPr>
            <a:spLocks noGrp="1"/>
          </p:cNvSpPr>
          <p:nvPr>
            <p:ph type="dt" sz="half" idx="10"/>
          </p:nvPr>
        </p:nvSpPr>
        <p:spPr/>
        <p:txBody>
          <a:body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5721F6B3-5F2E-940F-3962-0F00F628EA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E24801-5E01-D412-9457-605EB9B7D2B6}"/>
              </a:ext>
            </a:extLst>
          </p:cNvPr>
          <p:cNvSpPr>
            <a:spLocks noGrp="1"/>
          </p:cNvSpPr>
          <p:nvPr>
            <p:ph type="sldNum" sz="quarter" idx="12"/>
          </p:nvPr>
        </p:nvSpPr>
        <p:spPr/>
        <p:txBody>
          <a:bodyPr/>
          <a:lstStyle/>
          <a:p>
            <a:fld id="{D2C25985-8687-481E-932B-6CD2863E418A}" type="slidenum">
              <a:rPr lang="en-US" smtClean="0"/>
              <a:t>‹#›</a:t>
            </a:fld>
            <a:endParaRPr lang="en-US"/>
          </a:p>
        </p:txBody>
      </p:sp>
    </p:spTree>
    <p:extLst>
      <p:ext uri="{BB962C8B-B14F-4D97-AF65-F5344CB8AC3E}">
        <p14:creationId xmlns:p14="http://schemas.microsoft.com/office/powerpoint/2010/main" val="286427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822E8C-99F2-0C52-709E-64C254E988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2D4704-2B3E-38AD-AF7C-D104A228D7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8321D-3EE5-C9CE-C36C-2ADC44339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531-A173-4320-B83C-058AE45DADD1}" type="datetimeFigureOut">
              <a:rPr lang="en-US" smtClean="0"/>
              <a:t>6/16/2026</a:t>
            </a:fld>
            <a:endParaRPr lang="en-US"/>
          </a:p>
        </p:txBody>
      </p:sp>
      <p:sp>
        <p:nvSpPr>
          <p:cNvPr id="5" name="Footer Placeholder 4">
            <a:extLst>
              <a:ext uri="{FF2B5EF4-FFF2-40B4-BE49-F238E27FC236}">
                <a16:creationId xmlns:a16="http://schemas.microsoft.com/office/drawing/2014/main" id="{7B786A85-5F3E-BDC2-D0EA-ED9CD665A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B8D22C-D154-87A5-26BB-24016312F7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C25985-8687-481E-932B-6CD2863E418A}" type="slidenum">
              <a:rPr lang="en-US" smtClean="0"/>
              <a:t>‹#›</a:t>
            </a:fld>
            <a:endParaRPr lang="en-US"/>
          </a:p>
        </p:txBody>
      </p:sp>
      <p:sp>
        <p:nvSpPr>
          <p:cNvPr id="8" name="TextBox 7">
            <a:extLst>
              <a:ext uri="{FF2B5EF4-FFF2-40B4-BE49-F238E27FC236}">
                <a16:creationId xmlns:a16="http://schemas.microsoft.com/office/drawing/2014/main" id="{67884CFF-1F94-113E-306E-6B2208279CD1}"/>
              </a:ext>
            </a:extLst>
          </p:cNvPr>
          <p:cNvSpPr txBox="1"/>
          <p:nvPr userDrawn="1">
            <p:extLst>
              <p:ext uri="{1162E1C5-73C7-4A58-AE30-91384D911F3F}">
                <p184:classification xmlns:p184="http://schemas.microsoft.com/office/powerpoint/2018/4/main" val="ftr"/>
              </p:ext>
            </p:extLst>
          </p:nvPr>
        </p:nvSpPr>
        <p:spPr>
          <a:xfrm>
            <a:off x="190500" y="6515100"/>
            <a:ext cx="12700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2658700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1617-AEBA-53E5-A3C1-5BB45946BA5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BC84B5-BE5D-AAC2-D28A-64394730350D}"/>
              </a:ext>
            </a:extLst>
          </p:cNvPr>
          <p:cNvSpPr/>
          <p:nvPr/>
        </p:nvSpPr>
        <p:spPr>
          <a:xfrm>
            <a:off x="2916937" y="1426464"/>
            <a:ext cx="5925312" cy="359359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ocument 5">
            <a:extLst>
              <a:ext uri="{FF2B5EF4-FFF2-40B4-BE49-F238E27FC236}">
                <a16:creationId xmlns:a16="http://schemas.microsoft.com/office/drawing/2014/main" id="{40610910-722A-20F1-49C7-E923063E1CBD}"/>
              </a:ext>
            </a:extLst>
          </p:cNvPr>
          <p:cNvSpPr/>
          <p:nvPr/>
        </p:nvSpPr>
        <p:spPr>
          <a:xfrm>
            <a:off x="5358384" y="5559552"/>
            <a:ext cx="960120" cy="7040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Project Attributes Database</a:t>
            </a:r>
          </a:p>
        </p:txBody>
      </p:sp>
      <p:cxnSp>
        <p:nvCxnSpPr>
          <p:cNvPr id="15" name="Straight Arrow Connector 14">
            <a:extLst>
              <a:ext uri="{FF2B5EF4-FFF2-40B4-BE49-F238E27FC236}">
                <a16:creationId xmlns:a16="http://schemas.microsoft.com/office/drawing/2014/main" id="{10632745-2F98-222B-552B-C7E7CE00918C}"/>
              </a:ext>
            </a:extLst>
          </p:cNvPr>
          <p:cNvCxnSpPr>
            <a:stCxn id="6" idx="0"/>
          </p:cNvCxnSpPr>
          <p:nvPr/>
        </p:nvCxnSpPr>
        <p:spPr>
          <a:xfrm flipV="1">
            <a:off x="5838444" y="5020056"/>
            <a:ext cx="0" cy="53949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5C421BC7-5994-0B3F-3422-65EA63584BA2}"/>
              </a:ext>
            </a:extLst>
          </p:cNvPr>
          <p:cNvSpPr/>
          <p:nvPr/>
        </p:nvSpPr>
        <p:spPr>
          <a:xfrm>
            <a:off x="3310128" y="2194453"/>
            <a:ext cx="2249424"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Raise a Migration Request</a:t>
            </a:r>
          </a:p>
        </p:txBody>
      </p:sp>
      <p:sp>
        <p:nvSpPr>
          <p:cNvPr id="19" name="TextBox 18">
            <a:extLst>
              <a:ext uri="{FF2B5EF4-FFF2-40B4-BE49-F238E27FC236}">
                <a16:creationId xmlns:a16="http://schemas.microsoft.com/office/drawing/2014/main" id="{6F722404-F273-CBAE-E0C7-953A4E9FF6A1}"/>
              </a:ext>
            </a:extLst>
          </p:cNvPr>
          <p:cNvSpPr txBox="1"/>
          <p:nvPr/>
        </p:nvSpPr>
        <p:spPr>
          <a:xfrm>
            <a:off x="4977507" y="1468612"/>
            <a:ext cx="150374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Landing Page</a:t>
            </a:r>
          </a:p>
        </p:txBody>
      </p:sp>
      <p:sp>
        <p:nvSpPr>
          <p:cNvPr id="2" name="Rectangle 1">
            <a:extLst>
              <a:ext uri="{FF2B5EF4-FFF2-40B4-BE49-F238E27FC236}">
                <a16:creationId xmlns:a16="http://schemas.microsoft.com/office/drawing/2014/main" id="{F852D4C0-3118-45BA-D31B-7AD984B1A290}"/>
              </a:ext>
            </a:extLst>
          </p:cNvPr>
          <p:cNvSpPr/>
          <p:nvPr/>
        </p:nvSpPr>
        <p:spPr>
          <a:xfrm>
            <a:off x="3310128" y="3447181"/>
            <a:ext cx="2249424"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Migration Chatbot</a:t>
            </a:r>
          </a:p>
        </p:txBody>
      </p:sp>
      <p:sp>
        <p:nvSpPr>
          <p:cNvPr id="3" name="Rectangle 2">
            <a:extLst>
              <a:ext uri="{FF2B5EF4-FFF2-40B4-BE49-F238E27FC236}">
                <a16:creationId xmlns:a16="http://schemas.microsoft.com/office/drawing/2014/main" id="{887D1020-7594-BC09-4245-07BCF7DDD12A}"/>
              </a:ext>
            </a:extLst>
          </p:cNvPr>
          <p:cNvSpPr/>
          <p:nvPr/>
        </p:nvSpPr>
        <p:spPr>
          <a:xfrm>
            <a:off x="6163055" y="2203490"/>
            <a:ext cx="2249424"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Migration Dashboard</a:t>
            </a:r>
          </a:p>
        </p:txBody>
      </p:sp>
      <p:sp>
        <p:nvSpPr>
          <p:cNvPr id="5" name="Rectangle 4">
            <a:extLst>
              <a:ext uri="{FF2B5EF4-FFF2-40B4-BE49-F238E27FC236}">
                <a16:creationId xmlns:a16="http://schemas.microsoft.com/office/drawing/2014/main" id="{0C826BEC-CDE5-2406-F5AA-8D00DA44D174}"/>
              </a:ext>
            </a:extLst>
          </p:cNvPr>
          <p:cNvSpPr/>
          <p:nvPr/>
        </p:nvSpPr>
        <p:spPr>
          <a:xfrm>
            <a:off x="6163055" y="3429000"/>
            <a:ext cx="2249424"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L&amp;D Dashboard</a:t>
            </a:r>
          </a:p>
        </p:txBody>
      </p:sp>
      <p:pic>
        <p:nvPicPr>
          <p:cNvPr id="11" name="Picture 10">
            <a:extLst>
              <a:ext uri="{FF2B5EF4-FFF2-40B4-BE49-F238E27FC236}">
                <a16:creationId xmlns:a16="http://schemas.microsoft.com/office/drawing/2014/main" id="{B7A07FF6-291F-427D-7F6F-1CC640D8CB3B}"/>
              </a:ext>
            </a:extLst>
          </p:cNvPr>
          <p:cNvPicPr>
            <a:picLocks noChangeAspect="1"/>
          </p:cNvPicPr>
          <p:nvPr/>
        </p:nvPicPr>
        <p:blipFill>
          <a:blip r:embed="rId2"/>
          <a:stretch>
            <a:fillRect/>
          </a:stretch>
        </p:blipFill>
        <p:spPr>
          <a:xfrm>
            <a:off x="2112210" y="-3121"/>
            <a:ext cx="7534766" cy="5023177"/>
          </a:xfrm>
          <a:prstGeom prst="rect">
            <a:avLst/>
          </a:prstGeom>
        </p:spPr>
      </p:pic>
    </p:spTree>
    <p:extLst>
      <p:ext uri="{BB962C8B-B14F-4D97-AF65-F5344CB8AC3E}">
        <p14:creationId xmlns:p14="http://schemas.microsoft.com/office/powerpoint/2010/main" val="2961867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1461-3DC1-63AF-DC4D-F9F90B0EB7F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3CB503-BA29-9B43-B2D8-0D947A378B68}"/>
              </a:ext>
            </a:extLst>
          </p:cNvPr>
          <p:cNvSpPr/>
          <p:nvPr/>
        </p:nvSpPr>
        <p:spPr>
          <a:xfrm>
            <a:off x="2621280" y="1426464"/>
            <a:ext cx="6220969" cy="386791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ocument 5">
            <a:extLst>
              <a:ext uri="{FF2B5EF4-FFF2-40B4-BE49-F238E27FC236}">
                <a16:creationId xmlns:a16="http://schemas.microsoft.com/office/drawing/2014/main" id="{21737760-CBA8-FEF3-4D52-309D0E357775}"/>
              </a:ext>
            </a:extLst>
          </p:cNvPr>
          <p:cNvSpPr/>
          <p:nvPr/>
        </p:nvSpPr>
        <p:spPr>
          <a:xfrm>
            <a:off x="5251704" y="5843965"/>
            <a:ext cx="960120" cy="7040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Project Attributes Database</a:t>
            </a:r>
          </a:p>
        </p:txBody>
      </p:sp>
      <p:cxnSp>
        <p:nvCxnSpPr>
          <p:cNvPr id="15" name="Straight Arrow Connector 14">
            <a:extLst>
              <a:ext uri="{FF2B5EF4-FFF2-40B4-BE49-F238E27FC236}">
                <a16:creationId xmlns:a16="http://schemas.microsoft.com/office/drawing/2014/main" id="{4FE75746-8127-55C5-443D-7508AC93D6C8}"/>
              </a:ext>
            </a:extLst>
          </p:cNvPr>
          <p:cNvCxnSpPr>
            <a:cxnSpLocks/>
            <a:stCxn id="4" idx="2"/>
            <a:endCxn id="6" idx="0"/>
          </p:cNvCxnSpPr>
          <p:nvPr/>
        </p:nvCxnSpPr>
        <p:spPr>
          <a:xfrm flipH="1">
            <a:off x="5731764" y="5294376"/>
            <a:ext cx="1" cy="549589"/>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A645CE8-4EFF-9E6B-887F-76F19FF8EEA4}"/>
              </a:ext>
            </a:extLst>
          </p:cNvPr>
          <p:cNvSpPr txBox="1"/>
          <p:nvPr/>
        </p:nvSpPr>
        <p:spPr>
          <a:xfrm>
            <a:off x="4152485" y="493238"/>
            <a:ext cx="27517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Raise a Migration Request</a:t>
            </a:r>
          </a:p>
        </p:txBody>
      </p:sp>
      <p:sp>
        <p:nvSpPr>
          <p:cNvPr id="5" name="Rectangle 4">
            <a:extLst>
              <a:ext uri="{FF2B5EF4-FFF2-40B4-BE49-F238E27FC236}">
                <a16:creationId xmlns:a16="http://schemas.microsoft.com/office/drawing/2014/main" id="{4AF5ABE9-824B-B114-E172-CD57B129E95B}"/>
              </a:ext>
            </a:extLst>
          </p:cNvPr>
          <p:cNvSpPr/>
          <p:nvPr/>
        </p:nvSpPr>
        <p:spPr>
          <a:xfrm>
            <a:off x="329750" y="1010199"/>
            <a:ext cx="1167362"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Raise a Migration Request</a:t>
            </a:r>
          </a:p>
        </p:txBody>
      </p:sp>
      <p:sp>
        <p:nvSpPr>
          <p:cNvPr id="7" name="Flowchart: Data 6">
            <a:extLst>
              <a:ext uri="{FF2B5EF4-FFF2-40B4-BE49-F238E27FC236}">
                <a16:creationId xmlns:a16="http://schemas.microsoft.com/office/drawing/2014/main" id="{96768114-585F-5752-68B1-9551CA1CCC03}"/>
              </a:ext>
            </a:extLst>
          </p:cNvPr>
          <p:cNvSpPr/>
          <p:nvPr/>
        </p:nvSpPr>
        <p:spPr>
          <a:xfrm>
            <a:off x="594360" y="2560106"/>
            <a:ext cx="1271016" cy="74066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User Inputs</a:t>
            </a:r>
          </a:p>
        </p:txBody>
      </p:sp>
      <p:cxnSp>
        <p:nvCxnSpPr>
          <p:cNvPr id="14" name="Connector: Elbow 13">
            <a:extLst>
              <a:ext uri="{FF2B5EF4-FFF2-40B4-BE49-F238E27FC236}">
                <a16:creationId xmlns:a16="http://schemas.microsoft.com/office/drawing/2014/main" id="{899623DE-0B45-CFDE-3279-5BA54284F0DA}"/>
              </a:ext>
            </a:extLst>
          </p:cNvPr>
          <p:cNvCxnSpPr>
            <a:cxnSpLocks/>
            <a:stCxn id="5" idx="2"/>
            <a:endCxn id="7" idx="0"/>
          </p:cNvCxnSpPr>
          <p:nvPr/>
        </p:nvCxnSpPr>
        <p:spPr>
          <a:xfrm rot="16200000" flipH="1">
            <a:off x="716863" y="1919998"/>
            <a:ext cx="836675" cy="443539"/>
          </a:xfrm>
          <a:prstGeom prst="bentConnector3">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FF7AA907-AD45-DDC1-3559-4C88A7A8F3FD}"/>
              </a:ext>
            </a:extLst>
          </p:cNvPr>
          <p:cNvCxnSpPr>
            <a:cxnSpLocks/>
            <a:stCxn id="7" idx="3"/>
            <a:endCxn id="4" idx="1"/>
          </p:cNvCxnSpPr>
          <p:nvPr/>
        </p:nvCxnSpPr>
        <p:spPr>
          <a:xfrm rot="16200000" flipH="1">
            <a:off x="1832198" y="2571338"/>
            <a:ext cx="59650" cy="1518514"/>
          </a:xfrm>
          <a:prstGeom prst="bentConnector2">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39D29AB-826E-2564-07B6-F324D4AB3940}"/>
              </a:ext>
            </a:extLst>
          </p:cNvPr>
          <p:cNvSpPr txBox="1"/>
          <p:nvPr/>
        </p:nvSpPr>
        <p:spPr>
          <a:xfrm>
            <a:off x="9026652" y="792107"/>
            <a:ext cx="3000191"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Detail Required input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Project name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Migration Type (Options: “1:1 Transfer”, “New/Additional work, tasks or activities”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Region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Area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Product (Lead Logistics, Customs, Landside Transportation, ground Freight, LCL, Ocean (OTCX), Ocean (OPS), E-commerce, Contract Logistics, Project Logistics, Air, Cold Chain, Depots, LTA, OTC, STP, ATR)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Function (AIR, OCE, HBDS,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Proposed Scope of the project: this is a high-level scope of the project something that states what are the processes that are being migrated, a general detail that speaks about the FTEs and Job Levels, the process they are doing, this is just something similar to a problem statement, it is a general description of what is meant to be migrated.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Language dependency – justification and level required.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FTE number: this figure might change later during the scoping exercise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Job Level split (how many JL2, Jl3, JL4)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(Optional) Risks, referring to the potential already identified risks of migration, what can go wrong basis on the know details, if there are challenges that are already expected, anything that needs to be considered for such.</a:t>
            </a:r>
          </a:p>
        </p:txBody>
      </p:sp>
      <p:pic>
        <p:nvPicPr>
          <p:cNvPr id="29" name="Picture 28">
            <a:extLst>
              <a:ext uri="{FF2B5EF4-FFF2-40B4-BE49-F238E27FC236}">
                <a16:creationId xmlns:a16="http://schemas.microsoft.com/office/drawing/2014/main" id="{51812DB4-3DA3-AADD-9461-5D653BA45A68}"/>
              </a:ext>
            </a:extLst>
          </p:cNvPr>
          <p:cNvPicPr>
            <a:picLocks noChangeAspect="1"/>
          </p:cNvPicPr>
          <p:nvPr/>
        </p:nvPicPr>
        <p:blipFill>
          <a:blip r:embed="rId2"/>
          <a:stretch>
            <a:fillRect/>
          </a:stretch>
        </p:blipFill>
        <p:spPr>
          <a:xfrm>
            <a:off x="2600386" y="1026513"/>
            <a:ext cx="6426266" cy="4284177"/>
          </a:xfrm>
          <a:prstGeom prst="rect">
            <a:avLst/>
          </a:prstGeom>
        </p:spPr>
      </p:pic>
      <p:pic>
        <p:nvPicPr>
          <p:cNvPr id="33" name="Picture 32">
            <a:extLst>
              <a:ext uri="{FF2B5EF4-FFF2-40B4-BE49-F238E27FC236}">
                <a16:creationId xmlns:a16="http://schemas.microsoft.com/office/drawing/2014/main" id="{7CFB3C6A-D614-046B-1AC8-B9BF56FBCA31}"/>
              </a:ext>
            </a:extLst>
          </p:cNvPr>
          <p:cNvPicPr>
            <a:picLocks noChangeAspect="1"/>
          </p:cNvPicPr>
          <p:nvPr/>
        </p:nvPicPr>
        <p:blipFill>
          <a:blip r:embed="rId3"/>
          <a:srcRect l="7873" t="20751" r="64443" b="48391"/>
          <a:stretch>
            <a:fillRect/>
          </a:stretch>
        </p:blipFill>
        <p:spPr>
          <a:xfrm>
            <a:off x="257461" y="235073"/>
            <a:ext cx="2085963" cy="1550022"/>
          </a:xfrm>
          <a:prstGeom prst="rect">
            <a:avLst/>
          </a:prstGeom>
        </p:spPr>
      </p:pic>
    </p:spTree>
    <p:extLst>
      <p:ext uri="{BB962C8B-B14F-4D97-AF65-F5344CB8AC3E}">
        <p14:creationId xmlns:p14="http://schemas.microsoft.com/office/powerpoint/2010/main" val="698795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EEC19-621B-B7D6-52AD-B0EC0BC5C5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21329C-F9C5-4FBA-D2C8-D4B00D2F5D7A}"/>
              </a:ext>
            </a:extLst>
          </p:cNvPr>
          <p:cNvSpPr/>
          <p:nvPr/>
        </p:nvSpPr>
        <p:spPr>
          <a:xfrm>
            <a:off x="2916937" y="1426464"/>
            <a:ext cx="5925312" cy="359359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ocument 5">
            <a:extLst>
              <a:ext uri="{FF2B5EF4-FFF2-40B4-BE49-F238E27FC236}">
                <a16:creationId xmlns:a16="http://schemas.microsoft.com/office/drawing/2014/main" id="{48197DA7-EA9F-141D-1376-EABCB1EACF14}"/>
              </a:ext>
            </a:extLst>
          </p:cNvPr>
          <p:cNvSpPr/>
          <p:nvPr/>
        </p:nvSpPr>
        <p:spPr>
          <a:xfrm>
            <a:off x="5168709" y="6058007"/>
            <a:ext cx="960120" cy="7040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Project Attributes Database</a:t>
            </a:r>
          </a:p>
        </p:txBody>
      </p:sp>
      <p:cxnSp>
        <p:nvCxnSpPr>
          <p:cNvPr id="14" name="Connector: Elbow 13">
            <a:extLst>
              <a:ext uri="{FF2B5EF4-FFF2-40B4-BE49-F238E27FC236}">
                <a16:creationId xmlns:a16="http://schemas.microsoft.com/office/drawing/2014/main" id="{20840B91-2720-D305-4884-0879D28FFBE9}"/>
              </a:ext>
            </a:extLst>
          </p:cNvPr>
          <p:cNvCxnSpPr>
            <a:cxnSpLocks/>
            <a:stCxn id="2" idx="2"/>
            <a:endCxn id="4" idx="1"/>
          </p:cNvCxnSpPr>
          <p:nvPr/>
        </p:nvCxnSpPr>
        <p:spPr>
          <a:xfrm rot="16200000" flipH="1">
            <a:off x="1416792" y="1723115"/>
            <a:ext cx="913462" cy="2086828"/>
          </a:xfrm>
          <a:prstGeom prst="bentConnector2">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296F173A-892B-AA5B-6F75-F70363477A36}"/>
              </a:ext>
            </a:extLst>
          </p:cNvPr>
          <p:cNvSpPr/>
          <p:nvPr/>
        </p:nvSpPr>
        <p:spPr>
          <a:xfrm>
            <a:off x="312185" y="1596566"/>
            <a:ext cx="10358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Migration Dashboard</a:t>
            </a:r>
          </a:p>
        </p:txBody>
      </p:sp>
      <p:cxnSp>
        <p:nvCxnSpPr>
          <p:cNvPr id="10" name="Connector: Elbow 9">
            <a:extLst>
              <a:ext uri="{FF2B5EF4-FFF2-40B4-BE49-F238E27FC236}">
                <a16:creationId xmlns:a16="http://schemas.microsoft.com/office/drawing/2014/main" id="{9F16C247-9251-D0BE-EA36-D2B7FBF84220}"/>
              </a:ext>
            </a:extLst>
          </p:cNvPr>
          <p:cNvCxnSpPr>
            <a:cxnSpLocks/>
          </p:cNvCxnSpPr>
          <p:nvPr/>
        </p:nvCxnSpPr>
        <p:spPr>
          <a:xfrm rot="5400000" flipH="1" flipV="1">
            <a:off x="5458565" y="5545540"/>
            <a:ext cx="827639" cy="447231"/>
          </a:xfrm>
          <a:prstGeom prst="bentConnector3">
            <a:avLst>
              <a:gd name="adj1" fmla="val 50000"/>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21197FBE-33A6-DABC-83EF-D272969C0ECF}"/>
              </a:ext>
            </a:extLst>
          </p:cNvPr>
          <p:cNvPicPr>
            <a:picLocks noChangeAspect="1"/>
          </p:cNvPicPr>
          <p:nvPr/>
        </p:nvPicPr>
        <p:blipFill>
          <a:blip r:embed="rId2"/>
          <a:stretch>
            <a:fillRect/>
          </a:stretch>
        </p:blipFill>
        <p:spPr>
          <a:xfrm>
            <a:off x="2916937" y="1087374"/>
            <a:ext cx="6407658" cy="42717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3" name="Table 22">
            <a:extLst>
              <a:ext uri="{FF2B5EF4-FFF2-40B4-BE49-F238E27FC236}">
                <a16:creationId xmlns:a16="http://schemas.microsoft.com/office/drawing/2014/main" id="{C311CA95-E879-F038-00C6-EA11B94156B1}"/>
              </a:ext>
            </a:extLst>
          </p:cNvPr>
          <p:cNvGraphicFramePr>
            <a:graphicFrameLocks noGrp="1"/>
          </p:cNvGraphicFramePr>
          <p:nvPr/>
        </p:nvGraphicFramePr>
        <p:xfrm>
          <a:off x="9575293" y="1426464"/>
          <a:ext cx="2439923" cy="4351020"/>
        </p:xfrm>
        <a:graphic>
          <a:graphicData uri="http://schemas.openxmlformats.org/drawingml/2006/table">
            <a:tbl>
              <a:tblPr/>
              <a:tblGrid>
                <a:gridCol w="2439923">
                  <a:extLst>
                    <a:ext uri="{9D8B030D-6E8A-4147-A177-3AD203B41FA5}">
                      <a16:colId xmlns:a16="http://schemas.microsoft.com/office/drawing/2014/main" val="2042896306"/>
                    </a:ext>
                  </a:extLst>
                </a:gridCol>
              </a:tblGrid>
              <a:tr h="1615624">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US" sz="1100" b="1" dirty="0">
                          <a:latin typeface="Maersk Headline" panose="00000500000000000000" pitchFamily="2" charset="0"/>
                        </a:rPr>
                        <a:t>Description</a:t>
                      </a:r>
                      <a:br>
                        <a:rPr lang="en-US" sz="1100" b="1" dirty="0">
                          <a:latin typeface="Maersk Headline" panose="00000500000000000000" pitchFamily="2" charset="0"/>
                        </a:rPr>
                      </a:br>
                      <a:br>
                        <a:rPr lang="en-US" sz="1100" b="0" i="0" dirty="0">
                          <a:effectLst/>
                          <a:latin typeface="Maersk Headline" panose="00000500000000000000" pitchFamily="2" charset="0"/>
                        </a:rPr>
                      </a:br>
                      <a:r>
                        <a:rPr lang="en-US" sz="1100" b="0" i="0" dirty="0">
                          <a:effectLst/>
                          <a:latin typeface="Maersk Headline" panose="00000500000000000000" pitchFamily="2" charset="0"/>
                        </a:rPr>
                        <a:t>A compact product summary panel that displays:</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Product name</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FTE currently assigned to each product in migration</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Net estimated cost benefit in dollars per product</a:t>
                      </a:r>
                      <a:br>
                        <a:rPr lang="en-US" sz="1100" b="0" i="0" dirty="0">
                          <a:effectLst/>
                          <a:latin typeface="Maersk Headline" panose="00000500000000000000" pitchFamily="2" charset="0"/>
                        </a:rPr>
                      </a:br>
                      <a:endParaRPr lang="en-US" sz="1100" b="0" i="0" dirty="0">
                        <a:effectLst/>
                        <a:latin typeface="Maersk Headline" panose="00000500000000000000" pitchFamily="2" charset="0"/>
                      </a:endParaRPr>
                    </a:p>
                    <a:p>
                      <a:pPr fontAlgn="t">
                        <a:lnSpc>
                          <a:spcPts val="1500"/>
                        </a:lnSpc>
                        <a:buNone/>
                      </a:pPr>
                      <a:r>
                        <a:rPr lang="en-US" sz="1100" b="0" i="0" dirty="0">
                          <a:effectLst/>
                          <a:latin typeface="Maersk Headline" panose="00000500000000000000" pitchFamily="2" charset="0"/>
                        </a:rPr>
                        <a:t>On the right side, include a detailed migration table with the following 8 columns:</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Site</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Product</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Migration name</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Status</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Next required step</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Completion artifacts percentage</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Completion timeline percentage</a:t>
                      </a:r>
                    </a:p>
                    <a:p>
                      <a:pPr fontAlgn="t">
                        <a:lnSpc>
                          <a:spcPts val="1500"/>
                        </a:lnSpc>
                        <a:buFont typeface="Arial" panose="020B0604020202020204" pitchFamily="34" charset="0"/>
                        <a:buChar char="•"/>
                      </a:pPr>
                      <a:r>
                        <a:rPr lang="en-US" sz="1100" b="0" i="0" dirty="0">
                          <a:effectLst/>
                          <a:latin typeface="Maersk Headline" panose="00000500000000000000" pitchFamily="2" charset="0"/>
                        </a:rPr>
                        <a:t>FTE allocation</a:t>
                      </a:r>
                    </a:p>
                  </a:txBody>
                  <a:tcP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079750114"/>
                  </a:ext>
                </a:extLst>
              </a:tr>
              <a:tr h="228256">
                <a:tc>
                  <a:txBody>
                    <a:bodyPr/>
                    <a:lstStyle/>
                    <a:p>
                      <a:endParaRPr lang="en-US" sz="1100" dirty="0">
                        <a:latin typeface="Maersk Headline" panose="00000500000000000000" pitchFamily="2" charset="0"/>
                      </a:endParaRPr>
                    </a:p>
                  </a:txBody>
                  <a:tcPr>
                    <a:lnT w="9525" cap="flat" cmpd="sng" algn="ctr">
                      <a:solidFill>
                        <a:srgbClr val="E6E6E6"/>
                      </a:solidFill>
                      <a:prstDash val="solid"/>
                      <a:round/>
                      <a:headEnd type="none" w="med" len="med"/>
                      <a:tailEnd type="none" w="med" len="med"/>
                    </a:lnT>
                    <a:noFill/>
                  </a:tcPr>
                </a:tc>
                <a:extLst>
                  <a:ext uri="{0D108BD9-81ED-4DB2-BD59-A6C34878D82A}">
                    <a16:rowId xmlns:a16="http://schemas.microsoft.com/office/drawing/2014/main" val="4292374157"/>
                  </a:ext>
                </a:extLst>
              </a:tr>
            </a:tbl>
          </a:graphicData>
        </a:graphic>
      </p:graphicFrame>
      <p:pic>
        <p:nvPicPr>
          <p:cNvPr id="24" name="Picture 23">
            <a:extLst>
              <a:ext uri="{FF2B5EF4-FFF2-40B4-BE49-F238E27FC236}">
                <a16:creationId xmlns:a16="http://schemas.microsoft.com/office/drawing/2014/main" id="{46A4DB7D-51BE-9BFC-334F-BE4808E06233}"/>
              </a:ext>
            </a:extLst>
          </p:cNvPr>
          <p:cNvPicPr>
            <a:picLocks noChangeAspect="1"/>
          </p:cNvPicPr>
          <p:nvPr/>
        </p:nvPicPr>
        <p:blipFill>
          <a:blip r:embed="rId3"/>
          <a:srcRect l="36274" t="20966" r="36201" b="48330"/>
          <a:stretch>
            <a:fillRect/>
          </a:stretch>
        </p:blipFill>
        <p:spPr>
          <a:xfrm>
            <a:off x="176784" y="825398"/>
            <a:ext cx="2073898" cy="1542335"/>
          </a:xfrm>
          <a:prstGeom prst="rect">
            <a:avLst/>
          </a:prstGeom>
        </p:spPr>
      </p:pic>
      <p:sp>
        <p:nvSpPr>
          <p:cNvPr id="3" name="TextBox 2">
            <a:extLst>
              <a:ext uri="{FF2B5EF4-FFF2-40B4-BE49-F238E27FC236}">
                <a16:creationId xmlns:a16="http://schemas.microsoft.com/office/drawing/2014/main" id="{530D7964-3241-736D-16A6-FA11D3F7AB89}"/>
              </a:ext>
            </a:extLst>
          </p:cNvPr>
          <p:cNvSpPr txBox="1"/>
          <p:nvPr/>
        </p:nvSpPr>
        <p:spPr>
          <a:xfrm>
            <a:off x="4695839" y="490359"/>
            <a:ext cx="379110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Migration Dashboard (1</a:t>
            </a:r>
            <a:r>
              <a:rPr kumimoji="0" lang="en-US" sz="1800" b="1" i="0" u="none" strike="noStrike" kern="1200" cap="none" spc="0" normalizeH="0" baseline="30000" noProof="0" dirty="0">
                <a:ln>
                  <a:noFill/>
                </a:ln>
                <a:solidFill>
                  <a:prstClr val="black"/>
                </a:solidFill>
                <a:effectLst/>
                <a:uLnTx/>
                <a:uFillTx/>
                <a:latin typeface="Aptos" panose="02110004020202020204"/>
                <a:ea typeface="+mn-ea"/>
                <a:cs typeface="+mn-cs"/>
              </a:rPr>
              <a:t>st</a:t>
            </a: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 overview)</a:t>
            </a:r>
          </a:p>
        </p:txBody>
      </p:sp>
      <p:pic>
        <p:nvPicPr>
          <p:cNvPr id="5" name="Picture 4">
            <a:extLst>
              <a:ext uri="{FF2B5EF4-FFF2-40B4-BE49-F238E27FC236}">
                <a16:creationId xmlns:a16="http://schemas.microsoft.com/office/drawing/2014/main" id="{CDF57A7C-BE70-9C1E-A70B-CD55F90CBAC2}"/>
              </a:ext>
            </a:extLst>
          </p:cNvPr>
          <p:cNvPicPr>
            <a:picLocks noChangeAspect="1"/>
          </p:cNvPicPr>
          <p:nvPr/>
        </p:nvPicPr>
        <p:blipFill>
          <a:blip r:embed="rId2"/>
          <a:srcRect l="91322" t="20505" r="2256" b="52166"/>
          <a:stretch>
            <a:fillRect/>
          </a:stretch>
        </p:blipFill>
        <p:spPr>
          <a:xfrm>
            <a:off x="4005071" y="2639548"/>
            <a:ext cx="530353" cy="10729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73239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3027-3A5B-F13C-D2A9-8BC68FC1F4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3DA5CD-9AC0-D84C-0CAF-50F3F7C55674}"/>
              </a:ext>
            </a:extLst>
          </p:cNvPr>
          <p:cNvSpPr/>
          <p:nvPr/>
        </p:nvSpPr>
        <p:spPr>
          <a:xfrm>
            <a:off x="2916937" y="1426464"/>
            <a:ext cx="5925312" cy="359359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ocument 5">
            <a:extLst>
              <a:ext uri="{FF2B5EF4-FFF2-40B4-BE49-F238E27FC236}">
                <a16:creationId xmlns:a16="http://schemas.microsoft.com/office/drawing/2014/main" id="{57A12D79-1FC8-6B81-E9E6-D96ECB7DF14E}"/>
              </a:ext>
            </a:extLst>
          </p:cNvPr>
          <p:cNvSpPr/>
          <p:nvPr/>
        </p:nvSpPr>
        <p:spPr>
          <a:xfrm>
            <a:off x="4952302" y="5847695"/>
            <a:ext cx="960120" cy="7040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Project Attributes Database</a:t>
            </a:r>
          </a:p>
        </p:txBody>
      </p:sp>
      <p:cxnSp>
        <p:nvCxnSpPr>
          <p:cNvPr id="14" name="Connector: Elbow 13">
            <a:extLst>
              <a:ext uri="{FF2B5EF4-FFF2-40B4-BE49-F238E27FC236}">
                <a16:creationId xmlns:a16="http://schemas.microsoft.com/office/drawing/2014/main" id="{BC3C3D3E-9B15-36C4-48C4-94C83C6AE73C}"/>
              </a:ext>
            </a:extLst>
          </p:cNvPr>
          <p:cNvCxnSpPr>
            <a:cxnSpLocks/>
            <a:stCxn id="2" idx="2"/>
            <a:endCxn id="4" idx="1"/>
          </p:cNvCxnSpPr>
          <p:nvPr/>
        </p:nvCxnSpPr>
        <p:spPr>
          <a:xfrm rot="16200000" flipH="1">
            <a:off x="1334921" y="1641243"/>
            <a:ext cx="1255985" cy="1908048"/>
          </a:xfrm>
          <a:prstGeom prst="bentConnector2">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C291926-3EF7-12E6-FF6E-D64670A91B2C}"/>
              </a:ext>
            </a:extLst>
          </p:cNvPr>
          <p:cNvSpPr/>
          <p:nvPr/>
        </p:nvSpPr>
        <p:spPr>
          <a:xfrm>
            <a:off x="463297" y="1262759"/>
            <a:ext cx="1091183" cy="7045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L&amp;D Dashboard</a:t>
            </a:r>
          </a:p>
        </p:txBody>
      </p:sp>
      <p:cxnSp>
        <p:nvCxnSpPr>
          <p:cNvPr id="10" name="Connector: Elbow 9">
            <a:extLst>
              <a:ext uri="{FF2B5EF4-FFF2-40B4-BE49-F238E27FC236}">
                <a16:creationId xmlns:a16="http://schemas.microsoft.com/office/drawing/2014/main" id="{64312018-911E-DEA7-41BA-5F329536E6B3}"/>
              </a:ext>
            </a:extLst>
          </p:cNvPr>
          <p:cNvCxnSpPr>
            <a:cxnSpLocks/>
            <a:stCxn id="6" idx="0"/>
            <a:endCxn id="4" idx="2"/>
          </p:cNvCxnSpPr>
          <p:nvPr/>
        </p:nvCxnSpPr>
        <p:spPr>
          <a:xfrm rot="5400000" flipH="1" flipV="1">
            <a:off x="5242158" y="5210261"/>
            <a:ext cx="827639" cy="447231"/>
          </a:xfrm>
          <a:prstGeom prst="bentConnector3">
            <a:avLst>
              <a:gd name="adj1" fmla="val 50000"/>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3F524CE8-76AD-D40A-9096-54268C8C1930}"/>
              </a:ext>
            </a:extLst>
          </p:cNvPr>
          <p:cNvPicPr>
            <a:picLocks noChangeAspect="1"/>
          </p:cNvPicPr>
          <p:nvPr/>
        </p:nvPicPr>
        <p:blipFill>
          <a:blip r:embed="rId2"/>
          <a:stretch>
            <a:fillRect/>
          </a:stretch>
        </p:blipFill>
        <p:spPr>
          <a:xfrm>
            <a:off x="2876619" y="754427"/>
            <a:ext cx="6398444" cy="4265629"/>
          </a:xfrm>
          <a:prstGeom prst="rect">
            <a:avLst/>
          </a:prstGeom>
        </p:spPr>
      </p:pic>
      <p:pic>
        <p:nvPicPr>
          <p:cNvPr id="9" name="Picture 8">
            <a:extLst>
              <a:ext uri="{FF2B5EF4-FFF2-40B4-BE49-F238E27FC236}">
                <a16:creationId xmlns:a16="http://schemas.microsoft.com/office/drawing/2014/main" id="{213C1375-F014-6E7A-28E8-77EF56B928B3}"/>
              </a:ext>
            </a:extLst>
          </p:cNvPr>
          <p:cNvPicPr>
            <a:picLocks noChangeAspect="1"/>
          </p:cNvPicPr>
          <p:nvPr/>
        </p:nvPicPr>
        <p:blipFill>
          <a:blip r:embed="rId3"/>
          <a:srcRect l="36408" t="53352" r="36408" b="17657"/>
          <a:stretch>
            <a:fillRect/>
          </a:stretch>
        </p:blipFill>
        <p:spPr>
          <a:xfrm>
            <a:off x="73152" y="556751"/>
            <a:ext cx="2048256" cy="1456242"/>
          </a:xfrm>
          <a:prstGeom prst="rect">
            <a:avLst/>
          </a:prstGeom>
        </p:spPr>
      </p:pic>
      <p:sp>
        <p:nvSpPr>
          <p:cNvPr id="12" name="TextBox 11">
            <a:extLst>
              <a:ext uri="{FF2B5EF4-FFF2-40B4-BE49-F238E27FC236}">
                <a16:creationId xmlns:a16="http://schemas.microsoft.com/office/drawing/2014/main" id="{D564D25D-94CF-89FC-89EF-43389752A2FE}"/>
              </a:ext>
            </a:extLst>
          </p:cNvPr>
          <p:cNvSpPr txBox="1"/>
          <p:nvPr/>
        </p:nvSpPr>
        <p:spPr>
          <a:xfrm>
            <a:off x="9315381" y="1615017"/>
            <a:ext cx="1905064" cy="138499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Project name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Product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Tasks to be migrated (Scoping overview)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Timeline for L&amp;D stage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FTE</a:t>
            </a:r>
          </a:p>
        </p:txBody>
      </p:sp>
    </p:spTree>
    <p:extLst>
      <p:ext uri="{BB962C8B-B14F-4D97-AF65-F5344CB8AC3E}">
        <p14:creationId xmlns:p14="http://schemas.microsoft.com/office/powerpoint/2010/main" val="108698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FF3132-4E36-FBA8-EB20-7CBE60DE9227}"/>
              </a:ext>
            </a:extLst>
          </p:cNvPr>
          <p:cNvSpPr/>
          <p:nvPr/>
        </p:nvSpPr>
        <p:spPr>
          <a:xfrm>
            <a:off x="2916937" y="1426464"/>
            <a:ext cx="5925312" cy="3593592"/>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Flowchart: Document 5">
            <a:extLst>
              <a:ext uri="{FF2B5EF4-FFF2-40B4-BE49-F238E27FC236}">
                <a16:creationId xmlns:a16="http://schemas.microsoft.com/office/drawing/2014/main" id="{94CF8C1E-9995-0F32-42C1-13910EFD1368}"/>
              </a:ext>
            </a:extLst>
          </p:cNvPr>
          <p:cNvSpPr/>
          <p:nvPr/>
        </p:nvSpPr>
        <p:spPr>
          <a:xfrm>
            <a:off x="5339531" y="5894308"/>
            <a:ext cx="960120" cy="7040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Project Attributes Database</a:t>
            </a:r>
          </a:p>
        </p:txBody>
      </p:sp>
      <p:sp>
        <p:nvSpPr>
          <p:cNvPr id="7" name="Flowchart: Data 6">
            <a:extLst>
              <a:ext uri="{FF2B5EF4-FFF2-40B4-BE49-F238E27FC236}">
                <a16:creationId xmlns:a16="http://schemas.microsoft.com/office/drawing/2014/main" id="{9DEFD476-8E18-EBA2-C182-DEF2F1CCEBFE}"/>
              </a:ext>
            </a:extLst>
          </p:cNvPr>
          <p:cNvSpPr/>
          <p:nvPr/>
        </p:nvSpPr>
        <p:spPr>
          <a:xfrm>
            <a:off x="608990" y="1097280"/>
            <a:ext cx="1271016" cy="740664"/>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Maersk Headline" panose="00000500000000000000" pitchFamily="2" charset="0"/>
              <a:ea typeface="+mn-ea"/>
              <a:cs typeface="+mn-cs"/>
            </a:endParaRPr>
          </a:p>
        </p:txBody>
      </p:sp>
      <p:cxnSp>
        <p:nvCxnSpPr>
          <p:cNvPr id="13" name="Connector: Elbow 12">
            <a:extLst>
              <a:ext uri="{FF2B5EF4-FFF2-40B4-BE49-F238E27FC236}">
                <a16:creationId xmlns:a16="http://schemas.microsoft.com/office/drawing/2014/main" id="{3780A991-DB06-F5F8-503F-47EF8C9BDFD9}"/>
              </a:ext>
            </a:extLst>
          </p:cNvPr>
          <p:cNvCxnSpPr>
            <a:cxnSpLocks/>
            <a:stCxn id="7" idx="3"/>
            <a:endCxn id="4" idx="1"/>
          </p:cNvCxnSpPr>
          <p:nvPr/>
        </p:nvCxnSpPr>
        <p:spPr>
          <a:xfrm rot="16200000" flipH="1">
            <a:off x="1324508" y="1630831"/>
            <a:ext cx="1385316" cy="1799541"/>
          </a:xfrm>
          <a:prstGeom prst="bentConnector2">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1C6FED6-ECCA-D491-EFFC-06E2FFA47307}"/>
              </a:ext>
            </a:extLst>
          </p:cNvPr>
          <p:cNvCxnSpPr>
            <a:stCxn id="6" idx="0"/>
          </p:cNvCxnSpPr>
          <p:nvPr/>
        </p:nvCxnSpPr>
        <p:spPr>
          <a:xfrm flipV="1">
            <a:off x="5819591" y="5354812"/>
            <a:ext cx="0" cy="53949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13F26258-B1B3-DEDB-C53F-6E3850107D9A}"/>
              </a:ext>
            </a:extLst>
          </p:cNvPr>
          <p:cNvSpPr/>
          <p:nvPr/>
        </p:nvSpPr>
        <p:spPr>
          <a:xfrm>
            <a:off x="3291840" y="1837944"/>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Opportunity assessment</a:t>
            </a:r>
          </a:p>
        </p:txBody>
      </p:sp>
      <p:sp>
        <p:nvSpPr>
          <p:cNvPr id="19" name="TextBox 18">
            <a:extLst>
              <a:ext uri="{FF2B5EF4-FFF2-40B4-BE49-F238E27FC236}">
                <a16:creationId xmlns:a16="http://schemas.microsoft.com/office/drawing/2014/main" id="{A10E5476-5B6A-74D9-2A6F-168E152F0676}"/>
              </a:ext>
            </a:extLst>
          </p:cNvPr>
          <p:cNvSpPr txBox="1"/>
          <p:nvPr/>
        </p:nvSpPr>
        <p:spPr>
          <a:xfrm>
            <a:off x="4977507" y="1468612"/>
            <a:ext cx="20401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Project Dashboard</a:t>
            </a:r>
          </a:p>
        </p:txBody>
      </p:sp>
      <p:sp>
        <p:nvSpPr>
          <p:cNvPr id="20" name="TextBox 19">
            <a:extLst>
              <a:ext uri="{FF2B5EF4-FFF2-40B4-BE49-F238E27FC236}">
                <a16:creationId xmlns:a16="http://schemas.microsoft.com/office/drawing/2014/main" id="{6F0524A3-9724-985F-9FFE-78B8FBFEDD5A}"/>
              </a:ext>
            </a:extLst>
          </p:cNvPr>
          <p:cNvSpPr txBox="1"/>
          <p:nvPr/>
        </p:nvSpPr>
        <p:spPr>
          <a:xfrm>
            <a:off x="8981237" y="2212848"/>
            <a:ext cx="3093989" cy="203132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This is fundamentally </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 dashboard.</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It contains the main </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milestones.</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Each item will open into their </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own screen with details for </a:t>
            </a:r>
            <a:b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the project</a:t>
            </a:r>
          </a:p>
        </p:txBody>
      </p:sp>
      <p:sp>
        <p:nvSpPr>
          <p:cNvPr id="2" name="Rectangle 1">
            <a:extLst>
              <a:ext uri="{FF2B5EF4-FFF2-40B4-BE49-F238E27FC236}">
                <a16:creationId xmlns:a16="http://schemas.microsoft.com/office/drawing/2014/main" id="{75123810-8A89-2F7D-104E-FF75E9E236BF}"/>
              </a:ext>
            </a:extLst>
          </p:cNvPr>
          <p:cNvSpPr/>
          <p:nvPr/>
        </p:nvSpPr>
        <p:spPr>
          <a:xfrm>
            <a:off x="6109108" y="1854232"/>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Gantt</a:t>
            </a:r>
          </a:p>
        </p:txBody>
      </p:sp>
      <p:sp>
        <p:nvSpPr>
          <p:cNvPr id="3" name="Rectangle 2">
            <a:extLst>
              <a:ext uri="{FF2B5EF4-FFF2-40B4-BE49-F238E27FC236}">
                <a16:creationId xmlns:a16="http://schemas.microsoft.com/office/drawing/2014/main" id="{397A68B7-8EA6-3488-7E46-0BF19F653338}"/>
              </a:ext>
            </a:extLst>
          </p:cNvPr>
          <p:cNvSpPr/>
          <p:nvPr/>
        </p:nvSpPr>
        <p:spPr>
          <a:xfrm>
            <a:off x="5170019" y="1850660"/>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Approvals</a:t>
            </a:r>
          </a:p>
        </p:txBody>
      </p:sp>
      <p:sp>
        <p:nvSpPr>
          <p:cNvPr id="5" name="Rectangle 4">
            <a:extLst>
              <a:ext uri="{FF2B5EF4-FFF2-40B4-BE49-F238E27FC236}">
                <a16:creationId xmlns:a16="http://schemas.microsoft.com/office/drawing/2014/main" id="{B9DBDFC0-5364-66B7-E7F5-CC4AAFE973AA}"/>
              </a:ext>
            </a:extLst>
          </p:cNvPr>
          <p:cNvSpPr/>
          <p:nvPr/>
        </p:nvSpPr>
        <p:spPr>
          <a:xfrm>
            <a:off x="4230929" y="1837944"/>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Business Case</a:t>
            </a:r>
          </a:p>
        </p:txBody>
      </p:sp>
      <p:sp>
        <p:nvSpPr>
          <p:cNvPr id="8" name="Rectangle 7">
            <a:extLst>
              <a:ext uri="{FF2B5EF4-FFF2-40B4-BE49-F238E27FC236}">
                <a16:creationId xmlns:a16="http://schemas.microsoft.com/office/drawing/2014/main" id="{89BE68A5-E9C0-392D-1614-05DC7072DB02}"/>
              </a:ext>
            </a:extLst>
          </p:cNvPr>
          <p:cNvSpPr/>
          <p:nvPr/>
        </p:nvSpPr>
        <p:spPr>
          <a:xfrm>
            <a:off x="7055054" y="1850660"/>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Cost computation </a:t>
            </a:r>
          </a:p>
        </p:txBody>
      </p:sp>
      <p:sp>
        <p:nvSpPr>
          <p:cNvPr id="9" name="Rectangle 8">
            <a:extLst>
              <a:ext uri="{FF2B5EF4-FFF2-40B4-BE49-F238E27FC236}">
                <a16:creationId xmlns:a16="http://schemas.microsoft.com/office/drawing/2014/main" id="{C19658DB-B19B-2262-2231-73F5E60F66A4}"/>
              </a:ext>
            </a:extLst>
          </p:cNvPr>
          <p:cNvSpPr/>
          <p:nvPr/>
        </p:nvSpPr>
        <p:spPr>
          <a:xfrm>
            <a:off x="3291840" y="2722126"/>
            <a:ext cx="841248" cy="7132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solidFill>
                <a:effectLst/>
                <a:uLnTx/>
                <a:uFillTx/>
                <a:latin typeface="Maersk Headline" panose="00000500000000000000" pitchFamily="2" charset="0"/>
                <a:ea typeface="+mn-ea"/>
                <a:cs typeface="+mn-cs"/>
              </a:rPr>
              <a:t>Training</a:t>
            </a:r>
          </a:p>
        </p:txBody>
      </p:sp>
      <p:pic>
        <p:nvPicPr>
          <p:cNvPr id="10" name="Picture 9">
            <a:extLst>
              <a:ext uri="{FF2B5EF4-FFF2-40B4-BE49-F238E27FC236}">
                <a16:creationId xmlns:a16="http://schemas.microsoft.com/office/drawing/2014/main" id="{30BD5A2D-57F4-27C3-8910-02429BAD6187}"/>
              </a:ext>
            </a:extLst>
          </p:cNvPr>
          <p:cNvPicPr>
            <a:picLocks noChangeAspect="1"/>
          </p:cNvPicPr>
          <p:nvPr/>
        </p:nvPicPr>
        <p:blipFill>
          <a:blip r:embed="rId2"/>
          <a:stretch>
            <a:fillRect/>
          </a:stretch>
        </p:blipFill>
        <p:spPr>
          <a:xfrm>
            <a:off x="42922" y="336685"/>
            <a:ext cx="2526209" cy="1684139"/>
          </a:xfrm>
          <a:prstGeom prst="rect">
            <a:avLst/>
          </a:prstGeom>
        </p:spPr>
      </p:pic>
      <p:pic>
        <p:nvPicPr>
          <p:cNvPr id="21" name="Picture 20">
            <a:extLst>
              <a:ext uri="{FF2B5EF4-FFF2-40B4-BE49-F238E27FC236}">
                <a16:creationId xmlns:a16="http://schemas.microsoft.com/office/drawing/2014/main" id="{35881435-163D-7098-D1FA-6BD184C33BE0}"/>
              </a:ext>
            </a:extLst>
          </p:cNvPr>
          <p:cNvPicPr>
            <a:picLocks noChangeAspect="1"/>
          </p:cNvPicPr>
          <p:nvPr/>
        </p:nvPicPr>
        <p:blipFill>
          <a:blip r:embed="rId3"/>
          <a:stretch>
            <a:fillRect/>
          </a:stretch>
        </p:blipFill>
        <p:spPr>
          <a:xfrm>
            <a:off x="2882647" y="1178754"/>
            <a:ext cx="5993892" cy="3995928"/>
          </a:xfrm>
          <a:prstGeom prst="rect">
            <a:avLst/>
          </a:prstGeom>
        </p:spPr>
      </p:pic>
      <p:sp>
        <p:nvSpPr>
          <p:cNvPr id="23" name="TextBox 22">
            <a:extLst>
              <a:ext uri="{FF2B5EF4-FFF2-40B4-BE49-F238E27FC236}">
                <a16:creationId xmlns:a16="http://schemas.microsoft.com/office/drawing/2014/main" id="{3B38E9D8-C261-8658-7FB0-A53B25E8D07D}"/>
              </a:ext>
            </a:extLst>
          </p:cNvPr>
          <p:cNvSpPr txBox="1"/>
          <p:nvPr/>
        </p:nvSpPr>
        <p:spPr>
          <a:xfrm>
            <a:off x="3258271" y="465522"/>
            <a:ext cx="609442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Individual Project Dashboard</a:t>
            </a:r>
          </a:p>
        </p:txBody>
      </p:sp>
      <p:sp>
        <p:nvSpPr>
          <p:cNvPr id="11" name="Plus Sign 10">
            <a:extLst>
              <a:ext uri="{FF2B5EF4-FFF2-40B4-BE49-F238E27FC236}">
                <a16:creationId xmlns:a16="http://schemas.microsoft.com/office/drawing/2014/main" id="{4618317A-3F6D-6554-DE30-F643D01EE5CA}"/>
              </a:ext>
            </a:extLst>
          </p:cNvPr>
          <p:cNvSpPr/>
          <p:nvPr/>
        </p:nvSpPr>
        <p:spPr>
          <a:xfrm>
            <a:off x="7283654" y="3877056"/>
            <a:ext cx="612648" cy="566928"/>
          </a:xfrm>
          <a:prstGeom prst="mathPlus">
            <a:avLst/>
          </a:prstGeom>
          <a:solidFill>
            <a:schemeClr val="bg2">
              <a:lumMod val="25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D56A7AE4-64EB-EA65-B4C0-F55A7C5263C5}"/>
              </a:ext>
            </a:extLst>
          </p:cNvPr>
          <p:cNvSpPr txBox="1"/>
          <p:nvPr/>
        </p:nvSpPr>
        <p:spPr>
          <a:xfrm>
            <a:off x="7300113" y="4455020"/>
            <a:ext cx="108585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aersk Headline" panose="00000500000000000000" pitchFamily="2" charset="0"/>
                <a:ea typeface="+mn-ea"/>
                <a:cs typeface="+mn-cs"/>
              </a:rPr>
              <a:t>More…</a:t>
            </a:r>
          </a:p>
        </p:txBody>
      </p:sp>
    </p:spTree>
    <p:extLst>
      <p:ext uri="{BB962C8B-B14F-4D97-AF65-F5344CB8AC3E}">
        <p14:creationId xmlns:p14="http://schemas.microsoft.com/office/powerpoint/2010/main" val="3391830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1340</TotalTime>
  <Words>400</Words>
  <Application>Microsoft Office PowerPoint</Application>
  <PresentationFormat>Widescreen</PresentationFormat>
  <Paragraphs>56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Maersk Headline</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Hector Jacome</dc:creator>
  <cp:lastModifiedBy>Hector Jacome</cp:lastModifiedBy>
  <cp:revision>2</cp:revision>
  <dcterms:created xsi:type="dcterms:W3CDTF">2026-05-22T03:32:31Z</dcterms:created>
  <dcterms:modified xsi:type="dcterms:W3CDTF">2026-06-15T20:39:24Z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1bba39d-4745-4e9d-97db-0c1927b54242_Enabled">
    <vt:lpwstr>true</vt:lpwstr>
  </property>
  <property fmtid="{D5CDD505-2E9C-101B-9397-08002B2CF9AE}" pid="3" name="MSIP_Label_71bba39d-4745-4e9d-97db-0c1927b54242_SetDate">
    <vt:lpwstr>2026-05-28T21:44:32Z</vt:lpwstr>
  </property>
  <property fmtid="{D5CDD505-2E9C-101B-9397-08002B2CF9AE}" pid="4" name="MSIP_Label_71bba39d-4745-4e9d-97db-0c1927b54242_Method">
    <vt:lpwstr>Privileged</vt:lpwstr>
  </property>
  <property fmtid="{D5CDD505-2E9C-101B-9397-08002B2CF9AE}" pid="5" name="MSIP_Label_71bba39d-4745-4e9d-97db-0c1927b54242_Name">
    <vt:lpwstr>Internal</vt:lpwstr>
  </property>
  <property fmtid="{D5CDD505-2E9C-101B-9397-08002B2CF9AE}" pid="6" name="MSIP_Label_71bba39d-4745-4e9d-97db-0c1927b54242_SiteId">
    <vt:lpwstr>05d75c05-fa1a-42e7-9cf1-eb416c396f2d</vt:lpwstr>
  </property>
  <property fmtid="{D5CDD505-2E9C-101B-9397-08002B2CF9AE}" pid="7" name="MSIP_Label_71bba39d-4745-4e9d-97db-0c1927b54242_ActionId">
    <vt:lpwstr>6a817d1c-bb2b-4e4c-a1e4-1bad224b4867</vt:lpwstr>
  </property>
  <property fmtid="{D5CDD505-2E9C-101B-9397-08002B2CF9AE}" pid="8" name="MSIP_Label_71bba39d-4745-4e9d-97db-0c1927b54242_ContentBits">
    <vt:lpwstr>2</vt:lpwstr>
  </property>
  <property fmtid="{D5CDD505-2E9C-101B-9397-08002B2CF9AE}" pid="9" name="MSIP_Label_71bba39d-4745-4e9d-97db-0c1927b54242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Classification: Internal</vt:lpwstr>
  </property>
</Properties>
</file>