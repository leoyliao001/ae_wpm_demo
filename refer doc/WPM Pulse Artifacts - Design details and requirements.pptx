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2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52" r:id="rId5"/>
  </p:sldMasterIdLst>
  <p:notesMasterIdLst>
    <p:notesMasterId r:id="rId4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7" r:id="rId12"/>
    <p:sldId id="262" r:id="rId13"/>
    <p:sldId id="263" r:id="rId14"/>
    <p:sldId id="264" r:id="rId15"/>
    <p:sldId id="268" r:id="rId16"/>
    <p:sldId id="271" r:id="rId17"/>
    <p:sldId id="265" r:id="rId18"/>
    <p:sldId id="334" r:id="rId19"/>
    <p:sldId id="333" r:id="rId20"/>
    <p:sldId id="269" r:id="rId21"/>
    <p:sldId id="270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324" r:id="rId33"/>
    <p:sldId id="325" r:id="rId34"/>
    <p:sldId id="326" r:id="rId35"/>
    <p:sldId id="327" r:id="rId36"/>
    <p:sldId id="328" r:id="rId37"/>
    <p:sldId id="329" r:id="rId38"/>
    <p:sldId id="330" r:id="rId39"/>
    <p:sldId id="331" r:id="rId40"/>
    <p:sldId id="332" r:id="rId4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06EC0F-938C-4BF2-DB8C-AEB05DF44D9E}" v="1" dt="2026-10-22T14:16:56.117"/>
    <p1510:client id="{668C44BE-7B39-4CBF-A088-5544B81FC93B}" v="82" dt="2026-10-22T14:19:34.739"/>
    <p1510:client id="{76A2BBA6-9A30-4B36-A7AB-1373F1E7BEF4}" v="10" dt="2026-10-22T12:48:15.4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0" d="100"/>
          <a:sy n="60" d="100"/>
        </p:scale>
        <p:origin x="884" y="3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tableStyles" Target="tableStyles.xml"/><Relationship Id="rId20" Type="http://schemas.openxmlformats.org/officeDocument/2006/relationships/slide" Target="slides/slide15.xml"/><Relationship Id="rId41" Type="http://schemas.openxmlformats.org/officeDocument/2006/relationships/slide" Target="slides/slide3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dhura Fadnis" userId="e2aea2f7-bfc1-48c3-9757-03210de4a622" providerId="ADAL" clId="{439A22A8-1AB2-4887-9F3F-1B11C380A2FB}"/>
    <pc:docChg chg="custSel addSld delSld modSld sldOrd">
      <pc:chgData name="Madhura Fadnis" userId="e2aea2f7-bfc1-48c3-9757-03210de4a622" providerId="ADAL" clId="{439A22A8-1AB2-4887-9F3F-1B11C380A2FB}" dt="2026-10-22T16:41:39.577" v="160" actId="14100"/>
      <pc:docMkLst>
        <pc:docMk/>
      </pc:docMkLst>
      <pc:sldChg chg="addSp delSp modSp mod">
        <pc:chgData name="Madhura Fadnis" userId="e2aea2f7-bfc1-48c3-9757-03210de4a622" providerId="ADAL" clId="{439A22A8-1AB2-4887-9F3F-1B11C380A2FB}" dt="2026-10-22T16:25:06.562" v="149" actId="1036"/>
        <pc:sldMkLst>
          <pc:docMk/>
          <pc:sldMk cId="1042855417" sldId="262"/>
        </pc:sldMkLst>
        <pc:picChg chg="add mod">
          <ac:chgData name="Madhura Fadnis" userId="e2aea2f7-bfc1-48c3-9757-03210de4a622" providerId="ADAL" clId="{439A22A8-1AB2-4887-9F3F-1B11C380A2FB}" dt="2026-10-22T16:25:06.562" v="149" actId="1036"/>
          <ac:picMkLst>
            <pc:docMk/>
            <pc:sldMk cId="1042855417" sldId="262"/>
            <ac:picMk id="3" creationId="{F41692D9-1EA8-745A-5217-995DBE7AD6AD}"/>
          </ac:picMkLst>
        </pc:picChg>
        <pc:picChg chg="del mod">
          <ac:chgData name="Madhura Fadnis" userId="e2aea2f7-bfc1-48c3-9757-03210de4a622" providerId="ADAL" clId="{439A22A8-1AB2-4887-9F3F-1B11C380A2FB}" dt="2026-10-22T16:23:57.100" v="142" actId="478"/>
          <ac:picMkLst>
            <pc:docMk/>
            <pc:sldMk cId="1042855417" sldId="262"/>
            <ac:picMk id="5" creationId="{2251D486-9514-AFCB-B261-1FF3011FBCA4}"/>
          </ac:picMkLst>
        </pc:picChg>
      </pc:sldChg>
      <pc:sldChg chg="addSp delSp modSp mod">
        <pc:chgData name="Madhura Fadnis" userId="e2aea2f7-bfc1-48c3-9757-03210de4a622" providerId="ADAL" clId="{439A22A8-1AB2-4887-9F3F-1B11C380A2FB}" dt="2026-10-22T15:54:27.315" v="133" actId="478"/>
        <pc:sldMkLst>
          <pc:docMk/>
          <pc:sldMk cId="1150069810" sldId="263"/>
        </pc:sldMkLst>
        <pc:spChg chg="mod">
          <ac:chgData name="Madhura Fadnis" userId="e2aea2f7-bfc1-48c3-9757-03210de4a622" providerId="ADAL" clId="{439A22A8-1AB2-4887-9F3F-1B11C380A2FB}" dt="2026-10-22T15:45:14.458" v="123" actId="313"/>
          <ac:spMkLst>
            <pc:docMk/>
            <pc:sldMk cId="1150069810" sldId="263"/>
            <ac:spMk id="11" creationId="{DDD60EF4-EA10-DA42-DA0F-52DFDD0F8435}"/>
          </ac:spMkLst>
        </pc:spChg>
        <pc:picChg chg="add del mod">
          <ac:chgData name="Madhura Fadnis" userId="e2aea2f7-bfc1-48c3-9757-03210de4a622" providerId="ADAL" clId="{439A22A8-1AB2-4887-9F3F-1B11C380A2FB}" dt="2026-10-22T15:44:50.622" v="107" actId="478"/>
          <ac:picMkLst>
            <pc:docMk/>
            <pc:sldMk cId="1150069810" sldId="263"/>
            <ac:picMk id="3" creationId="{0B7C4423-E2A0-5464-F297-373BB16D76FC}"/>
          </ac:picMkLst>
        </pc:picChg>
        <pc:picChg chg="add mod">
          <ac:chgData name="Madhura Fadnis" userId="e2aea2f7-bfc1-48c3-9757-03210de4a622" providerId="ADAL" clId="{439A22A8-1AB2-4887-9F3F-1B11C380A2FB}" dt="2026-10-22T15:45:08.757" v="122" actId="14100"/>
          <ac:picMkLst>
            <pc:docMk/>
            <pc:sldMk cId="1150069810" sldId="263"/>
            <ac:picMk id="5" creationId="{CF0AEFF6-F98F-078E-C18D-7248BC6CAF6D}"/>
          </ac:picMkLst>
        </pc:picChg>
        <pc:picChg chg="add del mod">
          <ac:chgData name="Madhura Fadnis" userId="e2aea2f7-bfc1-48c3-9757-03210de4a622" providerId="ADAL" clId="{439A22A8-1AB2-4887-9F3F-1B11C380A2FB}" dt="2026-10-22T15:54:27.315" v="133" actId="478"/>
          <ac:picMkLst>
            <pc:docMk/>
            <pc:sldMk cId="1150069810" sldId="263"/>
            <ac:picMk id="7" creationId="{30CB41B3-779B-8252-DC8D-09B345D75FDA}"/>
          </ac:picMkLst>
        </pc:picChg>
        <pc:picChg chg="del">
          <ac:chgData name="Madhura Fadnis" userId="e2aea2f7-bfc1-48c3-9757-03210de4a622" providerId="ADAL" clId="{439A22A8-1AB2-4887-9F3F-1B11C380A2FB}" dt="2026-10-22T13:29:08.728" v="3" actId="478"/>
          <ac:picMkLst>
            <pc:docMk/>
            <pc:sldMk cId="1150069810" sldId="263"/>
            <ac:picMk id="9" creationId="{85CBED63-2C43-031C-6D3A-0E75A1B41008}"/>
          </ac:picMkLst>
        </pc:picChg>
      </pc:sldChg>
      <pc:sldChg chg="addSp delSp modSp mod ord">
        <pc:chgData name="Madhura Fadnis" userId="e2aea2f7-bfc1-48c3-9757-03210de4a622" providerId="ADAL" clId="{439A22A8-1AB2-4887-9F3F-1B11C380A2FB}" dt="2026-10-22T15:57:12.753" v="139" actId="1076"/>
        <pc:sldMkLst>
          <pc:docMk/>
          <pc:sldMk cId="3448583689" sldId="264"/>
        </pc:sldMkLst>
        <pc:picChg chg="add del mod modCrop">
          <ac:chgData name="Madhura Fadnis" userId="e2aea2f7-bfc1-48c3-9757-03210de4a622" providerId="ADAL" clId="{439A22A8-1AB2-4887-9F3F-1B11C380A2FB}" dt="2026-10-22T13:55:32.554" v="84" actId="478"/>
          <ac:picMkLst>
            <pc:docMk/>
            <pc:sldMk cId="3448583689" sldId="264"/>
            <ac:picMk id="3" creationId="{97575195-06BE-CDB3-8158-D33CB21ECFB4}"/>
          </ac:picMkLst>
        </pc:picChg>
        <pc:picChg chg="del">
          <ac:chgData name="Madhura Fadnis" userId="e2aea2f7-bfc1-48c3-9757-03210de4a622" providerId="ADAL" clId="{439A22A8-1AB2-4887-9F3F-1B11C380A2FB}" dt="2026-10-22T13:31:14.039" v="4" actId="478"/>
          <ac:picMkLst>
            <pc:docMk/>
            <pc:sldMk cId="3448583689" sldId="264"/>
            <ac:picMk id="5" creationId="{6B43A210-28A0-2211-4248-CF5E9FA59108}"/>
          </ac:picMkLst>
        </pc:picChg>
        <pc:picChg chg="add del mod">
          <ac:chgData name="Madhura Fadnis" userId="e2aea2f7-bfc1-48c3-9757-03210de4a622" providerId="ADAL" clId="{439A22A8-1AB2-4887-9F3F-1B11C380A2FB}" dt="2026-10-22T15:53:59.981" v="127" actId="478"/>
          <ac:picMkLst>
            <pc:docMk/>
            <pc:sldMk cId="3448583689" sldId="264"/>
            <ac:picMk id="6" creationId="{BA943C75-ADD1-2B5D-11CC-5AA41B0A9210}"/>
          </ac:picMkLst>
        </pc:picChg>
        <pc:picChg chg="add del mod">
          <ac:chgData name="Madhura Fadnis" userId="e2aea2f7-bfc1-48c3-9757-03210de4a622" providerId="ADAL" clId="{439A22A8-1AB2-4887-9F3F-1B11C380A2FB}" dt="2026-10-22T15:54:05.537" v="130" actId="478"/>
          <ac:picMkLst>
            <pc:docMk/>
            <pc:sldMk cId="3448583689" sldId="264"/>
            <ac:picMk id="9" creationId="{0B505245-F123-87C2-76A5-E7A87EBF3164}"/>
          </ac:picMkLst>
        </pc:picChg>
        <pc:picChg chg="add mod">
          <ac:chgData name="Madhura Fadnis" userId="e2aea2f7-bfc1-48c3-9757-03210de4a622" providerId="ADAL" clId="{439A22A8-1AB2-4887-9F3F-1B11C380A2FB}" dt="2026-10-22T15:57:12.753" v="139" actId="1076"/>
          <ac:picMkLst>
            <pc:docMk/>
            <pc:sldMk cId="3448583689" sldId="264"/>
            <ac:picMk id="11" creationId="{71528ED0-D606-D034-1025-9AD50F8C5E61}"/>
          </ac:picMkLst>
        </pc:picChg>
      </pc:sldChg>
      <pc:sldChg chg="addSp delSp modSp mod ord">
        <pc:chgData name="Madhura Fadnis" userId="e2aea2f7-bfc1-48c3-9757-03210de4a622" providerId="ADAL" clId="{439A22A8-1AB2-4887-9F3F-1B11C380A2FB}" dt="2026-10-22T16:37:53.931" v="153" actId="1076"/>
        <pc:sldMkLst>
          <pc:docMk/>
          <pc:sldMk cId="268076060" sldId="265"/>
        </pc:sldMkLst>
        <pc:spChg chg="mod">
          <ac:chgData name="Madhura Fadnis" userId="e2aea2f7-bfc1-48c3-9757-03210de4a622" providerId="ADAL" clId="{439A22A8-1AB2-4887-9F3F-1B11C380A2FB}" dt="2026-10-22T13:33:50.263" v="75" actId="1076"/>
          <ac:spMkLst>
            <pc:docMk/>
            <pc:sldMk cId="268076060" sldId="265"/>
            <ac:spMk id="9" creationId="{C028291F-48AA-69D2-E7DA-E81EA7D03252}"/>
          </ac:spMkLst>
        </pc:spChg>
        <pc:picChg chg="add mod">
          <ac:chgData name="Madhura Fadnis" userId="e2aea2f7-bfc1-48c3-9757-03210de4a622" providerId="ADAL" clId="{439A22A8-1AB2-4887-9F3F-1B11C380A2FB}" dt="2026-10-22T16:37:53.931" v="153" actId="1076"/>
          <ac:picMkLst>
            <pc:docMk/>
            <pc:sldMk cId="268076060" sldId="265"/>
            <ac:picMk id="3" creationId="{1DF6EF00-2D23-BADB-856F-86AB7C0DECED}"/>
          </ac:picMkLst>
        </pc:picChg>
        <pc:picChg chg="del">
          <ac:chgData name="Madhura Fadnis" userId="e2aea2f7-bfc1-48c3-9757-03210de4a622" providerId="ADAL" clId="{439A22A8-1AB2-4887-9F3F-1B11C380A2FB}" dt="2026-10-22T13:33:27.826" v="25" actId="478"/>
          <ac:picMkLst>
            <pc:docMk/>
            <pc:sldMk cId="268076060" sldId="265"/>
            <ac:picMk id="7" creationId="{6682EF21-35F5-ADE8-21CA-E7B1AF7CDE88}"/>
          </ac:picMkLst>
        </pc:picChg>
      </pc:sldChg>
      <pc:sldChg chg="addSp delSp modSp mod ord">
        <pc:chgData name="Madhura Fadnis" userId="e2aea2f7-bfc1-48c3-9757-03210de4a622" providerId="ADAL" clId="{439A22A8-1AB2-4887-9F3F-1B11C380A2FB}" dt="2026-10-22T15:42:25.740" v="106" actId="1076"/>
        <pc:sldMkLst>
          <pc:docMk/>
          <pc:sldMk cId="952478104" sldId="268"/>
        </pc:sldMkLst>
        <pc:spChg chg="add mod">
          <ac:chgData name="Madhura Fadnis" userId="e2aea2f7-bfc1-48c3-9757-03210de4a622" providerId="ADAL" clId="{439A22A8-1AB2-4887-9F3F-1B11C380A2FB}" dt="2026-10-22T15:42:16.152" v="104" actId="20577"/>
          <ac:spMkLst>
            <pc:docMk/>
            <pc:sldMk cId="952478104" sldId="268"/>
            <ac:spMk id="7" creationId="{1FBACA2E-4E4F-A697-48D5-FB85FFEEEAA1}"/>
          </ac:spMkLst>
        </pc:spChg>
        <pc:picChg chg="del">
          <ac:chgData name="Madhura Fadnis" userId="e2aea2f7-bfc1-48c3-9757-03210de4a622" providerId="ADAL" clId="{439A22A8-1AB2-4887-9F3F-1B11C380A2FB}" dt="2026-10-22T15:41:54.827" v="94" actId="478"/>
          <ac:picMkLst>
            <pc:docMk/>
            <pc:sldMk cId="952478104" sldId="268"/>
            <ac:picMk id="4" creationId="{F6B20ED2-1543-4801-030F-643972DC342B}"/>
          </ac:picMkLst>
        </pc:picChg>
        <pc:picChg chg="add mod">
          <ac:chgData name="Madhura Fadnis" userId="e2aea2f7-bfc1-48c3-9757-03210de4a622" providerId="ADAL" clId="{439A22A8-1AB2-4887-9F3F-1B11C380A2FB}" dt="2026-10-22T15:42:25.740" v="106" actId="1076"/>
          <ac:picMkLst>
            <pc:docMk/>
            <pc:sldMk cId="952478104" sldId="268"/>
            <ac:picMk id="5" creationId="{6933C6AB-DCB4-F885-CC78-E0DC8CE30ABF}"/>
          </ac:picMkLst>
        </pc:picChg>
      </pc:sldChg>
      <pc:sldChg chg="addSp delSp modSp mod">
        <pc:chgData name="Madhura Fadnis" userId="e2aea2f7-bfc1-48c3-9757-03210de4a622" providerId="ADAL" clId="{439A22A8-1AB2-4887-9F3F-1B11C380A2FB}" dt="2026-10-22T13:33:25.933" v="24"/>
        <pc:sldMkLst>
          <pc:docMk/>
          <pc:sldMk cId="1603956048" sldId="271"/>
        </pc:sldMkLst>
        <pc:spChg chg="mod">
          <ac:chgData name="Madhura Fadnis" userId="e2aea2f7-bfc1-48c3-9757-03210de4a622" providerId="ADAL" clId="{439A22A8-1AB2-4887-9F3F-1B11C380A2FB}" dt="2026-10-22T13:33:25.079" v="22" actId="14100"/>
          <ac:spMkLst>
            <pc:docMk/>
            <pc:sldMk cId="1603956048" sldId="271"/>
            <ac:spMk id="4" creationId="{5924D015-226B-1011-280A-6A2B42B69F85}"/>
          </ac:spMkLst>
        </pc:spChg>
        <pc:spChg chg="add del mod">
          <ac:chgData name="Madhura Fadnis" userId="e2aea2f7-bfc1-48c3-9757-03210de4a622" providerId="ADAL" clId="{439A22A8-1AB2-4887-9F3F-1B11C380A2FB}" dt="2026-10-22T13:33:25.933" v="24"/>
          <ac:spMkLst>
            <pc:docMk/>
            <pc:sldMk cId="1603956048" sldId="271"/>
            <ac:spMk id="6" creationId="{69400693-2899-3195-CD02-92F3622AB805}"/>
          </ac:spMkLst>
        </pc:spChg>
      </pc:sldChg>
      <pc:sldChg chg="new del">
        <pc:chgData name="Madhura Fadnis" userId="e2aea2f7-bfc1-48c3-9757-03210de4a622" providerId="ADAL" clId="{439A22A8-1AB2-4887-9F3F-1B11C380A2FB}" dt="2026-10-22T13:32:31.320" v="14" actId="47"/>
        <pc:sldMkLst>
          <pc:docMk/>
          <pc:sldMk cId="231286202" sldId="333"/>
        </pc:sldMkLst>
      </pc:sldChg>
      <pc:sldChg chg="add">
        <pc:chgData name="Madhura Fadnis" userId="e2aea2f7-bfc1-48c3-9757-03210de4a622" providerId="ADAL" clId="{439A22A8-1AB2-4887-9F3F-1B11C380A2FB}" dt="2026-10-22T13:32:35.663" v="15" actId="2890"/>
        <pc:sldMkLst>
          <pc:docMk/>
          <pc:sldMk cId="3620811287" sldId="333"/>
        </pc:sldMkLst>
      </pc:sldChg>
      <pc:sldChg chg="add del setBg">
        <pc:chgData name="Madhura Fadnis" userId="e2aea2f7-bfc1-48c3-9757-03210de4a622" providerId="ADAL" clId="{439A22A8-1AB2-4887-9F3F-1B11C380A2FB}" dt="2026-10-22T13:32:44.927" v="17"/>
        <pc:sldMkLst>
          <pc:docMk/>
          <pc:sldMk cId="442404276" sldId="334"/>
        </pc:sldMkLst>
      </pc:sldChg>
      <pc:sldChg chg="add del setBg">
        <pc:chgData name="Madhura Fadnis" userId="e2aea2f7-bfc1-48c3-9757-03210de4a622" providerId="ADAL" clId="{439A22A8-1AB2-4887-9F3F-1B11C380A2FB}" dt="2026-10-22T13:32:28.651" v="13" actId="47"/>
        <pc:sldMkLst>
          <pc:docMk/>
          <pc:sldMk cId="603892601" sldId="334"/>
        </pc:sldMkLst>
      </pc:sldChg>
      <pc:sldChg chg="addSp modSp add mod">
        <pc:chgData name="Madhura Fadnis" userId="e2aea2f7-bfc1-48c3-9757-03210de4a622" providerId="ADAL" clId="{439A22A8-1AB2-4887-9F3F-1B11C380A2FB}" dt="2026-10-22T16:41:39.577" v="160" actId="14100"/>
        <pc:sldMkLst>
          <pc:docMk/>
          <pc:sldMk cId="2531382643" sldId="334"/>
        </pc:sldMkLst>
        <pc:spChg chg="mod">
          <ac:chgData name="Madhura Fadnis" userId="e2aea2f7-bfc1-48c3-9757-03210de4a622" providerId="ADAL" clId="{439A22A8-1AB2-4887-9F3F-1B11C380A2FB}" dt="2026-10-22T13:33:58.436" v="83" actId="20577"/>
          <ac:spMkLst>
            <pc:docMk/>
            <pc:sldMk cId="2531382643" sldId="334"/>
            <ac:spMk id="9" creationId="{E1379A7D-3828-95EE-CB31-394974790362}"/>
          </ac:spMkLst>
        </pc:spChg>
        <pc:picChg chg="add mod">
          <ac:chgData name="Madhura Fadnis" userId="e2aea2f7-bfc1-48c3-9757-03210de4a622" providerId="ADAL" clId="{439A22A8-1AB2-4887-9F3F-1B11C380A2FB}" dt="2026-10-22T16:41:39.577" v="160" actId="14100"/>
          <ac:picMkLst>
            <pc:docMk/>
            <pc:sldMk cId="2531382643" sldId="334"/>
            <ac:picMk id="3" creationId="{7AE2CE99-62E6-E5B8-502E-F95CE0D68380}"/>
          </ac:picMkLst>
        </pc:picChg>
      </pc:sldChg>
    </pc:docChg>
  </pc:docChgLst>
  <pc:docChgLst>
    <pc:chgData name="Madhura Fadnis" userId="S::madhura.fadnis@lns.maersk.com::e2aea2f7-bfc1-48c3-9757-03210de4a622" providerId="AD" clId="Web-{4106EC0F-938C-4BF2-DB8C-AEB05DF44D9E}"/>
    <pc:docChg chg="modSld">
      <pc:chgData name="Madhura Fadnis" userId="S::madhura.fadnis@lns.maersk.com::e2aea2f7-bfc1-48c3-9757-03210de4a622" providerId="AD" clId="Web-{4106EC0F-938C-4BF2-DB8C-AEB05DF44D9E}" dt="2026-10-22T14:16:56.117" v="0"/>
      <pc:docMkLst>
        <pc:docMk/>
      </pc:docMkLst>
      <pc:sldChg chg="delSp">
        <pc:chgData name="Madhura Fadnis" userId="S::madhura.fadnis@lns.maersk.com::e2aea2f7-bfc1-48c3-9757-03210de4a622" providerId="AD" clId="Web-{4106EC0F-938C-4BF2-DB8C-AEB05DF44D9E}" dt="2026-10-22T14:16:56.117" v="0"/>
        <pc:sldMkLst>
          <pc:docMk/>
          <pc:sldMk cId="952478104" sldId="268"/>
        </pc:sldMkLst>
        <pc:spChg chg="del">
          <ac:chgData name="Madhura Fadnis" userId="S::madhura.fadnis@lns.maersk.com::e2aea2f7-bfc1-48c3-9757-03210de4a622" providerId="AD" clId="Web-{4106EC0F-938C-4BF2-DB8C-AEB05DF44D9E}" dt="2026-10-22T14:16:56.117" v="0"/>
          <ac:spMkLst>
            <pc:docMk/>
            <pc:sldMk cId="952478104" sldId="268"/>
            <ac:spMk id="3" creationId="{4716F5AF-E20D-A00D-B74D-E735316D63E7}"/>
          </ac:spMkLst>
        </pc:spChg>
      </pc:sldChg>
    </pc:docChg>
  </pc:docChgLst>
  <pc:docChgLst>
    <pc:chgData name="Hector Jacome" userId="1efd4a07-9ff0-4e22-a80e-a43a1fe04586" providerId="ADAL" clId="{058FE50F-66D3-44F8-8C38-A39D2101158D}"/>
    <pc:docChg chg="undo custSel addSld delSld modSld sldOrd">
      <pc:chgData name="Hector Jacome" userId="1efd4a07-9ff0-4e22-a80e-a43a1fe04586" providerId="ADAL" clId="{058FE50F-66D3-44F8-8C38-A39D2101158D}" dt="2026-10-22T13:03:45.553" v="211" actId="26606"/>
      <pc:docMkLst>
        <pc:docMk/>
      </pc:docMkLst>
      <pc:sldChg chg="modSp mod">
        <pc:chgData name="Hector Jacome" userId="1efd4a07-9ff0-4e22-a80e-a43a1fe04586" providerId="ADAL" clId="{058FE50F-66D3-44F8-8C38-A39D2101158D}" dt="2026-10-22T06:55:34.311" v="5" actId="27636"/>
        <pc:sldMkLst>
          <pc:docMk/>
          <pc:sldMk cId="0" sldId="256"/>
        </pc:sldMkLst>
        <pc:spChg chg="mod">
          <ac:chgData name="Hector Jacome" userId="1efd4a07-9ff0-4e22-a80e-a43a1fe04586" providerId="ADAL" clId="{058FE50F-66D3-44F8-8C38-A39D2101158D}" dt="2026-10-22T06:55:34.306" v="2" actId="27636"/>
          <ac:spMkLst>
            <pc:docMk/>
            <pc:sldMk cId="0" sldId="256"/>
            <ac:spMk id="7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08" v="3" actId="27636"/>
          <ac:spMkLst>
            <pc:docMk/>
            <pc:sldMk cId="0" sldId="256"/>
            <ac:spMk id="9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11" v="5" actId="27636"/>
          <ac:spMkLst>
            <pc:docMk/>
            <pc:sldMk cId="0" sldId="256"/>
            <ac:spMk id="11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09" v="4" actId="27636"/>
          <ac:spMkLst>
            <pc:docMk/>
            <pc:sldMk cId="0" sldId="256"/>
            <ac:spMk id="13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03" v="1" actId="27636"/>
          <ac:spMkLst>
            <pc:docMk/>
            <pc:sldMk cId="0" sldId="256"/>
            <ac:spMk id="15" creationId="{00000000-0000-0000-0000-000000000000}"/>
          </ac:spMkLst>
        </pc:spChg>
      </pc:sldChg>
      <pc:sldChg chg="modSp mod">
        <pc:chgData name="Hector Jacome" userId="1efd4a07-9ff0-4e22-a80e-a43a1fe04586" providerId="ADAL" clId="{058FE50F-66D3-44F8-8C38-A39D2101158D}" dt="2026-10-22T06:55:34.378" v="86" actId="27636"/>
        <pc:sldMkLst>
          <pc:docMk/>
          <pc:sldMk cId="0" sldId="261"/>
        </pc:sldMkLst>
        <pc:spChg chg="mod">
          <ac:chgData name="Hector Jacome" userId="1efd4a07-9ff0-4e22-a80e-a43a1fe04586" providerId="ADAL" clId="{058FE50F-66D3-44F8-8C38-A39D2101158D}" dt="2026-10-22T06:55:34.360" v="59" actId="27636"/>
          <ac:spMkLst>
            <pc:docMk/>
            <pc:sldMk cId="0" sldId="261"/>
            <ac:spMk id="3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52" v="47" actId="27636"/>
          <ac:spMkLst>
            <pc:docMk/>
            <pc:sldMk cId="0" sldId="261"/>
            <ac:spMk id="4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54" v="50" actId="27636"/>
          <ac:spMkLst>
            <pc:docMk/>
            <pc:sldMk cId="0" sldId="261"/>
            <ac:spMk id="5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50" v="44" actId="27636"/>
          <ac:spMkLst>
            <pc:docMk/>
            <pc:sldMk cId="0" sldId="261"/>
            <ac:spMk id="7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56" v="54" actId="27636"/>
          <ac:spMkLst>
            <pc:docMk/>
            <pc:sldMk cId="0" sldId="261"/>
            <ac:spMk id="8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53" v="49" actId="27636"/>
          <ac:spMkLst>
            <pc:docMk/>
            <pc:sldMk cId="0" sldId="261"/>
            <ac:spMk id="9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48" v="41" actId="2763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52" v="46" actId="27636"/>
          <ac:spMkLst>
            <pc:docMk/>
            <pc:sldMk cId="0" sldId="261"/>
            <ac:spMk id="1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46" v="39" actId="27636"/>
          <ac:spMkLst>
            <pc:docMk/>
            <pc:sldMk cId="0" sldId="261"/>
            <ac:spMk id="13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43" v="36" actId="27636"/>
          <ac:spMkLst>
            <pc:docMk/>
            <pc:sldMk cId="0" sldId="261"/>
            <ac:spMk id="15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62" v="61" actId="27636"/>
          <ac:spMkLst>
            <pc:docMk/>
            <pc:sldMk cId="0" sldId="261"/>
            <ac:spMk id="16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69" v="72" actId="27636"/>
          <ac:spMkLst>
            <pc:docMk/>
            <pc:sldMk cId="0" sldId="261"/>
            <ac:spMk id="17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22" v="12" actId="27636"/>
          <ac:spMkLst>
            <pc:docMk/>
            <pc:sldMk cId="0" sldId="261"/>
            <ac:spMk id="19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75" v="82" actId="27636"/>
          <ac:spMkLst>
            <pc:docMk/>
            <pc:sldMk cId="0" sldId="261"/>
            <ac:spMk id="20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77" v="84" actId="27636"/>
          <ac:spMkLst>
            <pc:docMk/>
            <pc:sldMk cId="0" sldId="261"/>
            <ac:spMk id="21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73" v="79" actId="27636"/>
          <ac:spMkLst>
            <pc:docMk/>
            <pc:sldMk cId="0" sldId="261"/>
            <ac:spMk id="23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21" v="10" actId="27636"/>
          <ac:spMkLst>
            <pc:docMk/>
            <pc:sldMk cId="0" sldId="261"/>
            <ac:spMk id="24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19" v="8" actId="27636"/>
          <ac:spMkLst>
            <pc:docMk/>
            <pc:sldMk cId="0" sldId="261"/>
            <ac:spMk id="26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28" v="16" actId="27636"/>
          <ac:spMkLst>
            <pc:docMk/>
            <pc:sldMk cId="0" sldId="261"/>
            <ac:spMk id="28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25" v="13" actId="27636"/>
          <ac:spMkLst>
            <pc:docMk/>
            <pc:sldMk cId="0" sldId="261"/>
            <ac:spMk id="29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77" v="85" actId="27636"/>
          <ac:spMkLst>
            <pc:docMk/>
            <pc:sldMk cId="0" sldId="261"/>
            <ac:spMk id="31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43" v="35" actId="27636"/>
          <ac:spMkLst>
            <pc:docMk/>
            <pc:sldMk cId="0" sldId="261"/>
            <ac:spMk id="3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41" v="34" actId="27636"/>
          <ac:spMkLst>
            <pc:docMk/>
            <pc:sldMk cId="0" sldId="261"/>
            <ac:spMk id="34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34" v="23" actId="27636"/>
          <ac:spMkLst>
            <pc:docMk/>
            <pc:sldMk cId="0" sldId="261"/>
            <ac:spMk id="35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44" v="37" actId="27636"/>
          <ac:spMkLst>
            <pc:docMk/>
            <pc:sldMk cId="0" sldId="261"/>
            <ac:spMk id="37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39" v="30" actId="27636"/>
          <ac:spMkLst>
            <pc:docMk/>
            <pc:sldMk cId="0" sldId="261"/>
            <ac:spMk id="38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37" v="28" actId="27636"/>
          <ac:spMkLst>
            <pc:docMk/>
            <pc:sldMk cId="0" sldId="261"/>
            <ac:spMk id="40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31" v="20" actId="27636"/>
          <ac:spMkLst>
            <pc:docMk/>
            <pc:sldMk cId="0" sldId="261"/>
            <ac:spMk id="41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35" v="25" actId="27636"/>
          <ac:spMkLst>
            <pc:docMk/>
            <pc:sldMk cId="0" sldId="261"/>
            <ac:spMk id="43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30" v="19" actId="27636"/>
          <ac:spMkLst>
            <pc:docMk/>
            <pc:sldMk cId="0" sldId="261"/>
            <ac:spMk id="45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47" v="40" actId="27636"/>
          <ac:spMkLst>
            <pc:docMk/>
            <pc:sldMk cId="0" sldId="261"/>
            <ac:spMk id="48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61" v="60" actId="27636"/>
          <ac:spMkLst>
            <pc:docMk/>
            <pc:sldMk cId="0" sldId="261"/>
            <ac:spMk id="5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30" v="18" actId="27636"/>
          <ac:spMkLst>
            <pc:docMk/>
            <pc:sldMk cId="0" sldId="261"/>
            <ac:spMk id="55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60" v="58" actId="27636"/>
          <ac:spMkLst>
            <pc:docMk/>
            <pc:sldMk cId="0" sldId="261"/>
            <ac:spMk id="59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17" v="6" actId="27636"/>
          <ac:spMkLst>
            <pc:docMk/>
            <pc:sldMk cId="0" sldId="261"/>
            <ac:spMk id="6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38" v="29" actId="27636"/>
          <ac:spMkLst>
            <pc:docMk/>
            <pc:sldMk cId="0" sldId="261"/>
            <ac:spMk id="66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27" v="15" actId="27636"/>
          <ac:spMkLst>
            <pc:docMk/>
            <pc:sldMk cId="0" sldId="261"/>
            <ac:spMk id="69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25" v="14" actId="27636"/>
          <ac:spMkLst>
            <pc:docMk/>
            <pc:sldMk cId="0" sldId="261"/>
            <ac:spMk id="73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22" v="11" actId="27636"/>
          <ac:spMkLst>
            <pc:docMk/>
            <pc:sldMk cId="0" sldId="261"/>
            <ac:spMk id="76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62" v="62" actId="27636"/>
          <ac:spMkLst>
            <pc:docMk/>
            <pc:sldMk cId="0" sldId="261"/>
            <ac:spMk id="8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66" v="69" actId="27636"/>
          <ac:spMkLst>
            <pc:docMk/>
            <pc:sldMk cId="0" sldId="261"/>
            <ac:spMk id="84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67" v="70" actId="27636"/>
          <ac:spMkLst>
            <pc:docMk/>
            <pc:sldMk cId="0" sldId="261"/>
            <ac:spMk id="85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66" v="68" actId="27636"/>
          <ac:spMkLst>
            <pc:docMk/>
            <pc:sldMk cId="0" sldId="261"/>
            <ac:spMk id="88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65" v="66" actId="27636"/>
          <ac:spMkLst>
            <pc:docMk/>
            <pc:sldMk cId="0" sldId="261"/>
            <ac:spMk id="90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68" v="71" actId="27636"/>
          <ac:spMkLst>
            <pc:docMk/>
            <pc:sldMk cId="0" sldId="261"/>
            <ac:spMk id="91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69" v="73" actId="27636"/>
          <ac:spMkLst>
            <pc:docMk/>
            <pc:sldMk cId="0" sldId="261"/>
            <ac:spMk id="94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70" v="74" actId="27636"/>
          <ac:spMkLst>
            <pc:docMk/>
            <pc:sldMk cId="0" sldId="261"/>
            <ac:spMk id="96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64" v="65" actId="27636"/>
          <ac:spMkLst>
            <pc:docMk/>
            <pc:sldMk cId="0" sldId="261"/>
            <ac:spMk id="97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65" v="67" actId="27636"/>
          <ac:spMkLst>
            <pc:docMk/>
            <pc:sldMk cId="0" sldId="261"/>
            <ac:spMk id="100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63" v="63" actId="27636"/>
          <ac:spMkLst>
            <pc:docMk/>
            <pc:sldMk cId="0" sldId="261"/>
            <ac:spMk id="10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64" v="64" actId="27636"/>
          <ac:spMkLst>
            <pc:docMk/>
            <pc:sldMk cId="0" sldId="261"/>
            <ac:spMk id="103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72" v="78" actId="27636"/>
          <ac:spMkLst>
            <pc:docMk/>
            <pc:sldMk cId="0" sldId="261"/>
            <ac:spMk id="105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70" v="75" actId="27636"/>
          <ac:spMkLst>
            <pc:docMk/>
            <pc:sldMk cId="0" sldId="261"/>
            <ac:spMk id="107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71" v="76" actId="27636"/>
          <ac:spMkLst>
            <pc:docMk/>
            <pc:sldMk cId="0" sldId="261"/>
            <ac:spMk id="115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18" v="7" actId="27636"/>
          <ac:spMkLst>
            <pc:docMk/>
            <pc:sldMk cId="0" sldId="261"/>
            <ac:spMk id="116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76" v="83" actId="27636"/>
          <ac:spMkLst>
            <pc:docMk/>
            <pc:sldMk cId="0" sldId="261"/>
            <ac:spMk id="118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71" v="77" actId="27636"/>
          <ac:spMkLst>
            <pc:docMk/>
            <pc:sldMk cId="0" sldId="261"/>
            <ac:spMk id="119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74" v="81" actId="27636"/>
          <ac:spMkLst>
            <pc:docMk/>
            <pc:sldMk cId="0" sldId="261"/>
            <ac:spMk id="121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40" v="33" actId="27636"/>
          <ac:spMkLst>
            <pc:docMk/>
            <pc:sldMk cId="0" sldId="261"/>
            <ac:spMk id="123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36" v="27" actId="27636"/>
          <ac:spMkLst>
            <pc:docMk/>
            <pc:sldMk cId="0" sldId="261"/>
            <ac:spMk id="124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39" v="31" actId="27636"/>
          <ac:spMkLst>
            <pc:docMk/>
            <pc:sldMk cId="0" sldId="261"/>
            <ac:spMk id="126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39" v="32" actId="27636"/>
          <ac:spMkLst>
            <pc:docMk/>
            <pc:sldMk cId="0" sldId="261"/>
            <ac:spMk id="127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33" v="22" actId="27636"/>
          <ac:spMkLst>
            <pc:docMk/>
            <pc:sldMk cId="0" sldId="261"/>
            <ac:spMk id="129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55" v="53" actId="27636"/>
          <ac:spMkLst>
            <pc:docMk/>
            <pc:sldMk cId="0" sldId="261"/>
            <ac:spMk id="131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46" v="38" actId="27636"/>
          <ac:spMkLst>
            <pc:docMk/>
            <pc:sldMk cId="0" sldId="261"/>
            <ac:spMk id="13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53" v="48" actId="27636"/>
          <ac:spMkLst>
            <pc:docMk/>
            <pc:sldMk cId="0" sldId="261"/>
            <ac:spMk id="134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55" v="52" actId="27636"/>
          <ac:spMkLst>
            <pc:docMk/>
            <pc:sldMk cId="0" sldId="261"/>
            <ac:spMk id="135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51" v="45" actId="27636"/>
          <ac:spMkLst>
            <pc:docMk/>
            <pc:sldMk cId="0" sldId="261"/>
            <ac:spMk id="137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54" v="51" actId="27636"/>
          <ac:spMkLst>
            <pc:docMk/>
            <pc:sldMk cId="0" sldId="261"/>
            <ac:spMk id="139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59" v="57" actId="27636"/>
          <ac:spMkLst>
            <pc:docMk/>
            <pc:sldMk cId="0" sldId="261"/>
            <ac:spMk id="140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57" v="55" actId="27636"/>
          <ac:spMkLst>
            <pc:docMk/>
            <pc:sldMk cId="0" sldId="261"/>
            <ac:spMk id="14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49" v="43" actId="27636"/>
          <ac:spMkLst>
            <pc:docMk/>
            <pc:sldMk cId="0" sldId="261"/>
            <ac:spMk id="143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58" v="56" actId="27636"/>
          <ac:spMkLst>
            <pc:docMk/>
            <pc:sldMk cId="0" sldId="261"/>
            <ac:spMk id="145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20" v="9" actId="27636"/>
          <ac:spMkLst>
            <pc:docMk/>
            <pc:sldMk cId="0" sldId="261"/>
            <ac:spMk id="147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78" v="86" actId="27636"/>
          <ac:spMkLst>
            <pc:docMk/>
            <pc:sldMk cId="0" sldId="261"/>
            <ac:spMk id="148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28" v="17" actId="27636"/>
          <ac:spMkLst>
            <pc:docMk/>
            <pc:sldMk cId="0" sldId="261"/>
            <ac:spMk id="150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73" v="80" actId="27636"/>
          <ac:spMkLst>
            <pc:docMk/>
            <pc:sldMk cId="0" sldId="261"/>
            <ac:spMk id="151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49" v="42" actId="27636"/>
          <ac:spMkLst>
            <pc:docMk/>
            <pc:sldMk cId="0" sldId="261"/>
            <ac:spMk id="153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35" v="26" actId="27636"/>
          <ac:spMkLst>
            <pc:docMk/>
            <pc:sldMk cId="0" sldId="261"/>
            <ac:spMk id="155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32" v="21" actId="27636"/>
          <ac:spMkLst>
            <pc:docMk/>
            <pc:sldMk cId="0" sldId="261"/>
            <ac:spMk id="156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34" v="24" actId="27636"/>
          <ac:spMkLst>
            <pc:docMk/>
            <pc:sldMk cId="0" sldId="261"/>
            <ac:spMk id="157" creationId="{00000000-0000-0000-0000-000000000000}"/>
          </ac:spMkLst>
        </pc:spChg>
      </pc:sldChg>
      <pc:sldChg chg="modSp add mod">
        <pc:chgData name="Hector Jacome" userId="1efd4a07-9ff0-4e22-a80e-a43a1fe04586" providerId="ADAL" clId="{058FE50F-66D3-44F8-8C38-A39D2101158D}" dt="2026-10-22T07:51:18.685" v="151" actId="1076"/>
        <pc:sldMkLst>
          <pc:docMk/>
          <pc:sldMk cId="1042855417" sldId="262"/>
        </pc:sldMkLst>
        <pc:picChg chg="mod modCrop">
          <ac:chgData name="Hector Jacome" userId="1efd4a07-9ff0-4e22-a80e-a43a1fe04586" providerId="ADAL" clId="{058FE50F-66D3-44F8-8C38-A39D2101158D}" dt="2026-10-22T07:51:18.685" v="151" actId="1076"/>
          <ac:picMkLst>
            <pc:docMk/>
            <pc:sldMk cId="1042855417" sldId="262"/>
            <ac:picMk id="5" creationId="{2251D486-9514-AFCB-B261-1FF3011FBCA4}"/>
          </ac:picMkLst>
        </pc:picChg>
      </pc:sldChg>
      <pc:sldChg chg="modSp add mod">
        <pc:chgData name="Hector Jacome" userId="1efd4a07-9ff0-4e22-a80e-a43a1fe04586" providerId="ADAL" clId="{058FE50F-66D3-44F8-8C38-A39D2101158D}" dt="2026-10-22T07:52:23.915" v="162" actId="732"/>
        <pc:sldMkLst>
          <pc:docMk/>
          <pc:sldMk cId="1150069810" sldId="263"/>
        </pc:sldMkLst>
        <pc:picChg chg="mod modCrop">
          <ac:chgData name="Hector Jacome" userId="1efd4a07-9ff0-4e22-a80e-a43a1fe04586" providerId="ADAL" clId="{058FE50F-66D3-44F8-8C38-A39D2101158D}" dt="2026-10-22T07:52:23.915" v="162" actId="732"/>
          <ac:picMkLst>
            <pc:docMk/>
            <pc:sldMk cId="1150069810" sldId="263"/>
            <ac:picMk id="9" creationId="{85CBED63-2C43-031C-6D3A-0E75A1B41008}"/>
          </ac:picMkLst>
        </pc:picChg>
      </pc:sldChg>
      <pc:sldChg chg="modSp add mod">
        <pc:chgData name="Hector Jacome" userId="1efd4a07-9ff0-4e22-a80e-a43a1fe04586" providerId="ADAL" clId="{058FE50F-66D3-44F8-8C38-A39D2101158D}" dt="2026-10-22T07:51:54.180" v="158" actId="732"/>
        <pc:sldMkLst>
          <pc:docMk/>
          <pc:sldMk cId="3448583689" sldId="264"/>
        </pc:sldMkLst>
        <pc:picChg chg="mod modCrop">
          <ac:chgData name="Hector Jacome" userId="1efd4a07-9ff0-4e22-a80e-a43a1fe04586" providerId="ADAL" clId="{058FE50F-66D3-44F8-8C38-A39D2101158D}" dt="2026-10-22T07:51:54.180" v="158" actId="732"/>
          <ac:picMkLst>
            <pc:docMk/>
            <pc:sldMk cId="3448583689" sldId="264"/>
            <ac:picMk id="5" creationId="{6B43A210-28A0-2211-4248-CF5E9FA59108}"/>
          </ac:picMkLst>
        </pc:picChg>
      </pc:sldChg>
      <pc:sldChg chg="modSp add mod">
        <pc:chgData name="Hector Jacome" userId="1efd4a07-9ff0-4e22-a80e-a43a1fe04586" providerId="ADAL" clId="{058FE50F-66D3-44F8-8C38-A39D2101158D}" dt="2026-10-22T07:52:08.566" v="161" actId="732"/>
        <pc:sldMkLst>
          <pc:docMk/>
          <pc:sldMk cId="268076060" sldId="265"/>
        </pc:sldMkLst>
        <pc:picChg chg="mod modCrop">
          <ac:chgData name="Hector Jacome" userId="1efd4a07-9ff0-4e22-a80e-a43a1fe04586" providerId="ADAL" clId="{058FE50F-66D3-44F8-8C38-A39D2101158D}" dt="2026-10-22T07:52:08.566" v="161" actId="732"/>
          <ac:picMkLst>
            <pc:docMk/>
            <pc:sldMk cId="268076060" sldId="265"/>
            <ac:picMk id="7" creationId="{6682EF21-35F5-ADE8-21CA-E7B1AF7CDE88}"/>
          </ac:picMkLst>
        </pc:picChg>
      </pc:sldChg>
      <pc:sldChg chg="new del">
        <pc:chgData name="Hector Jacome" userId="1efd4a07-9ff0-4e22-a80e-a43a1fe04586" providerId="ADAL" clId="{058FE50F-66D3-44F8-8C38-A39D2101158D}" dt="2026-10-22T06:55:46.020" v="91" actId="47"/>
        <pc:sldMkLst>
          <pc:docMk/>
          <pc:sldMk cId="941759355" sldId="266"/>
        </pc:sldMkLst>
      </pc:sldChg>
      <pc:sldChg chg="add del setBg">
        <pc:chgData name="Hector Jacome" userId="1efd4a07-9ff0-4e22-a80e-a43a1fe04586" providerId="ADAL" clId="{058FE50F-66D3-44F8-8C38-A39D2101158D}" dt="2026-10-22T06:55:44.616" v="89"/>
        <pc:sldMkLst>
          <pc:docMk/>
          <pc:sldMk cId="1992510368" sldId="267"/>
        </pc:sldMkLst>
      </pc:sldChg>
      <pc:sldChg chg="addSp delSp modSp add mod">
        <pc:chgData name="Hector Jacome" userId="1efd4a07-9ff0-4e22-a80e-a43a1fe04586" providerId="ADAL" clId="{058FE50F-66D3-44F8-8C38-A39D2101158D}" dt="2026-10-22T07:50:01.848" v="136" actId="22"/>
        <pc:sldMkLst>
          <pc:docMk/>
          <pc:sldMk cId="2892504438" sldId="267"/>
        </pc:sldMkLst>
        <pc:spChg chg="mod">
          <ac:chgData name="Hector Jacome" userId="1efd4a07-9ff0-4e22-a80e-a43a1fe04586" providerId="ADAL" clId="{058FE50F-66D3-44F8-8C38-A39D2101158D}" dt="2026-10-22T06:56:12.492" v="133" actId="20577"/>
          <ac:spMkLst>
            <pc:docMk/>
            <pc:sldMk cId="2892504438" sldId="267"/>
            <ac:spMk id="3" creationId="{9D15E47C-29F1-F407-16F5-251A73A7DA15}"/>
          </ac:spMkLst>
        </pc:spChg>
        <pc:spChg chg="mod">
          <ac:chgData name="Hector Jacome" userId="1efd4a07-9ff0-4e22-a80e-a43a1fe04586" providerId="ADAL" clId="{058FE50F-66D3-44F8-8C38-A39D2101158D}" dt="2026-10-22T06:55:54.528" v="121" actId="20577"/>
          <ac:spMkLst>
            <pc:docMk/>
            <pc:sldMk cId="2892504438" sldId="267"/>
            <ac:spMk id="4" creationId="{B764ECFB-D211-C90B-10E5-BDD6EC14C32B}"/>
          </ac:spMkLst>
        </pc:spChg>
        <pc:spChg chg="mod">
          <ac:chgData name="Hector Jacome" userId="1efd4a07-9ff0-4e22-a80e-a43a1fe04586" providerId="ADAL" clId="{058FE50F-66D3-44F8-8C38-A39D2101158D}" dt="2026-10-22T06:56:07.666" v="128" actId="20577"/>
          <ac:spMkLst>
            <pc:docMk/>
            <pc:sldMk cId="2892504438" sldId="267"/>
            <ac:spMk id="5" creationId="{EB626391-6D84-2339-7C27-1E0CF63D837B}"/>
          </ac:spMkLst>
        </pc:spChg>
        <pc:spChg chg="del">
          <ac:chgData name="Hector Jacome" userId="1efd4a07-9ff0-4e22-a80e-a43a1fe04586" providerId="ADAL" clId="{058FE50F-66D3-44F8-8C38-A39D2101158D}" dt="2026-10-22T06:55:58.510" v="122" actId="478"/>
          <ac:spMkLst>
            <pc:docMk/>
            <pc:sldMk cId="2892504438" sldId="267"/>
            <ac:spMk id="6" creationId="{A7FA1B3D-C079-A316-E009-E6F023C91759}"/>
          </ac:spMkLst>
        </pc:spChg>
        <pc:spChg chg="del">
          <ac:chgData name="Hector Jacome" userId="1efd4a07-9ff0-4e22-a80e-a43a1fe04586" providerId="ADAL" clId="{058FE50F-66D3-44F8-8C38-A39D2101158D}" dt="2026-10-22T06:55:58.510" v="122" actId="478"/>
          <ac:spMkLst>
            <pc:docMk/>
            <pc:sldMk cId="2892504438" sldId="267"/>
            <ac:spMk id="7" creationId="{81D1EDD8-3F27-8996-CDF0-8B92043DDF6E}"/>
          </ac:spMkLst>
        </pc:spChg>
        <pc:spChg chg="del">
          <ac:chgData name="Hector Jacome" userId="1efd4a07-9ff0-4e22-a80e-a43a1fe04586" providerId="ADAL" clId="{058FE50F-66D3-44F8-8C38-A39D2101158D}" dt="2026-10-22T06:55:58.510" v="122" actId="478"/>
          <ac:spMkLst>
            <pc:docMk/>
            <pc:sldMk cId="2892504438" sldId="267"/>
            <ac:spMk id="8" creationId="{F6187A27-F7EC-DD97-9927-AB1C27190334}"/>
          </ac:spMkLst>
        </pc:spChg>
        <pc:spChg chg="del">
          <ac:chgData name="Hector Jacome" userId="1efd4a07-9ff0-4e22-a80e-a43a1fe04586" providerId="ADAL" clId="{058FE50F-66D3-44F8-8C38-A39D2101158D}" dt="2026-10-22T06:55:58.510" v="122" actId="478"/>
          <ac:spMkLst>
            <pc:docMk/>
            <pc:sldMk cId="2892504438" sldId="267"/>
            <ac:spMk id="9" creationId="{E54E4B2F-DE80-15D2-4A13-EEBA68D5250D}"/>
          </ac:spMkLst>
        </pc:spChg>
        <pc:spChg chg="del">
          <ac:chgData name="Hector Jacome" userId="1efd4a07-9ff0-4e22-a80e-a43a1fe04586" providerId="ADAL" clId="{058FE50F-66D3-44F8-8C38-A39D2101158D}" dt="2026-10-22T06:55:58.510" v="122" actId="478"/>
          <ac:spMkLst>
            <pc:docMk/>
            <pc:sldMk cId="2892504438" sldId="267"/>
            <ac:spMk id="10" creationId="{43DB3DB5-0475-46BC-A734-A9D93A5934DE}"/>
          </ac:spMkLst>
        </pc:spChg>
        <pc:spChg chg="del">
          <ac:chgData name="Hector Jacome" userId="1efd4a07-9ff0-4e22-a80e-a43a1fe04586" providerId="ADAL" clId="{058FE50F-66D3-44F8-8C38-A39D2101158D}" dt="2026-10-22T06:55:58.510" v="122" actId="478"/>
          <ac:spMkLst>
            <pc:docMk/>
            <pc:sldMk cId="2892504438" sldId="267"/>
            <ac:spMk id="11" creationId="{F4B6BD14-C05A-7EB5-ADD6-1E5CB7EBB7BA}"/>
          </ac:spMkLst>
        </pc:spChg>
        <pc:spChg chg="del">
          <ac:chgData name="Hector Jacome" userId="1efd4a07-9ff0-4e22-a80e-a43a1fe04586" providerId="ADAL" clId="{058FE50F-66D3-44F8-8C38-A39D2101158D}" dt="2026-10-22T06:55:58.510" v="122" actId="478"/>
          <ac:spMkLst>
            <pc:docMk/>
            <pc:sldMk cId="2892504438" sldId="267"/>
            <ac:spMk id="12" creationId="{0D632807-F10A-6933-5530-38CE9C617ADE}"/>
          </ac:spMkLst>
        </pc:spChg>
        <pc:spChg chg="del">
          <ac:chgData name="Hector Jacome" userId="1efd4a07-9ff0-4e22-a80e-a43a1fe04586" providerId="ADAL" clId="{058FE50F-66D3-44F8-8C38-A39D2101158D}" dt="2026-10-22T06:55:58.510" v="122" actId="478"/>
          <ac:spMkLst>
            <pc:docMk/>
            <pc:sldMk cId="2892504438" sldId="267"/>
            <ac:spMk id="13" creationId="{3202032F-9B40-8D26-923B-AEAABC2C19DF}"/>
          </ac:spMkLst>
        </pc:spChg>
        <pc:spChg chg="del">
          <ac:chgData name="Hector Jacome" userId="1efd4a07-9ff0-4e22-a80e-a43a1fe04586" providerId="ADAL" clId="{058FE50F-66D3-44F8-8C38-A39D2101158D}" dt="2026-10-22T06:55:58.510" v="122" actId="478"/>
          <ac:spMkLst>
            <pc:docMk/>
            <pc:sldMk cId="2892504438" sldId="267"/>
            <ac:spMk id="14" creationId="{0BD0B2CC-3196-53F4-BFEF-C1912EE804C9}"/>
          </ac:spMkLst>
        </pc:spChg>
        <pc:spChg chg="del">
          <ac:chgData name="Hector Jacome" userId="1efd4a07-9ff0-4e22-a80e-a43a1fe04586" providerId="ADAL" clId="{058FE50F-66D3-44F8-8C38-A39D2101158D}" dt="2026-10-22T06:55:58.510" v="122" actId="478"/>
          <ac:spMkLst>
            <pc:docMk/>
            <pc:sldMk cId="2892504438" sldId="267"/>
            <ac:spMk id="15" creationId="{0F3573C4-E5B0-13EA-C2D9-158FFF9BFDCD}"/>
          </ac:spMkLst>
        </pc:spChg>
        <pc:picChg chg="add del">
          <ac:chgData name="Hector Jacome" userId="1efd4a07-9ff0-4e22-a80e-a43a1fe04586" providerId="ADAL" clId="{058FE50F-66D3-44F8-8C38-A39D2101158D}" dt="2026-10-22T07:50:01.848" v="136" actId="22"/>
          <ac:picMkLst>
            <pc:docMk/>
            <pc:sldMk cId="2892504438" sldId="267"/>
            <ac:picMk id="17" creationId="{EEF00287-ED00-9701-9058-AEA451E25C6E}"/>
          </ac:picMkLst>
        </pc:picChg>
      </pc:sldChg>
      <pc:sldChg chg="addSp delSp modSp new mod ord">
        <pc:chgData name="Hector Jacome" userId="1efd4a07-9ff0-4e22-a80e-a43a1fe04586" providerId="ADAL" clId="{058FE50F-66D3-44F8-8C38-A39D2101158D}" dt="2026-10-22T07:50:43.689" v="147" actId="14100"/>
        <pc:sldMkLst>
          <pc:docMk/>
          <pc:sldMk cId="952478104" sldId="268"/>
        </pc:sldMkLst>
        <pc:spChg chg="del">
          <ac:chgData name="Hector Jacome" userId="1efd4a07-9ff0-4e22-a80e-a43a1fe04586" providerId="ADAL" clId="{058FE50F-66D3-44F8-8C38-A39D2101158D}" dt="2026-10-22T07:50:10.696" v="140" actId="478"/>
          <ac:spMkLst>
            <pc:docMk/>
            <pc:sldMk cId="952478104" sldId="268"/>
            <ac:spMk id="2" creationId="{12BEE7FF-F89B-6604-F943-3D03FFFE5298}"/>
          </ac:spMkLst>
        </pc:spChg>
        <pc:picChg chg="add mod modCrop">
          <ac:chgData name="Hector Jacome" userId="1efd4a07-9ff0-4e22-a80e-a43a1fe04586" providerId="ADAL" clId="{058FE50F-66D3-44F8-8C38-A39D2101158D}" dt="2026-10-22T07:50:43.689" v="147" actId="14100"/>
          <ac:picMkLst>
            <pc:docMk/>
            <pc:sldMk cId="952478104" sldId="268"/>
            <ac:picMk id="4" creationId="{F6B20ED2-1543-4801-030F-643972DC342B}"/>
          </ac:picMkLst>
        </pc:picChg>
      </pc:sldChg>
      <pc:sldChg chg="delSp modSp add mod ord">
        <pc:chgData name="Hector Jacome" userId="1efd4a07-9ff0-4e22-a80e-a43a1fe04586" providerId="ADAL" clId="{058FE50F-66D3-44F8-8C38-A39D2101158D}" dt="2026-10-22T10:33:52.071" v="186" actId="26606"/>
        <pc:sldMkLst>
          <pc:docMk/>
          <pc:sldMk cId="0" sldId="269"/>
        </pc:sldMkLst>
        <pc:spChg chg="mod">
          <ac:chgData name="Hector Jacome" userId="1efd4a07-9ff0-4e22-a80e-a43a1fe04586" providerId="ADAL" clId="{058FE50F-66D3-44F8-8C38-A39D2101158D}" dt="2026-10-22T10:18:23.651" v="185" actId="26606"/>
          <ac:spMkLst>
            <pc:docMk/>
            <pc:sldMk cId="0" sldId="269"/>
            <ac:spMk id="6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0:18:23.651" v="185" actId="26606"/>
          <ac:spMkLst>
            <pc:docMk/>
            <pc:sldMk cId="0" sldId="269"/>
            <ac:spMk id="28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0:33:52.071" v="186" actId="26606"/>
          <ac:spMkLst>
            <pc:docMk/>
            <pc:sldMk cId="0" sldId="269"/>
            <ac:spMk id="3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0:33:52.071" v="186" actId="26606"/>
          <ac:spMkLst>
            <pc:docMk/>
            <pc:sldMk cId="0" sldId="269"/>
            <ac:spMk id="35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0:18:23.651" v="185" actId="26606"/>
          <ac:spMkLst>
            <pc:docMk/>
            <pc:sldMk cId="0" sldId="269"/>
            <ac:spMk id="44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0:33:52.071" v="186" actId="26606"/>
          <ac:spMkLst>
            <pc:docMk/>
            <pc:sldMk cId="0" sldId="269"/>
            <ac:spMk id="50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0:18:23.651" v="185" actId="26606"/>
          <ac:spMkLst>
            <pc:docMk/>
            <pc:sldMk cId="0" sldId="269"/>
            <ac:spMk id="61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0:15:38.802" v="164" actId="26606"/>
          <ac:spMkLst>
            <pc:docMk/>
            <pc:sldMk cId="0" sldId="269"/>
            <ac:spMk id="7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0:18:23.651" v="185" actId="26606"/>
          <ac:spMkLst>
            <pc:docMk/>
            <pc:sldMk cId="0" sldId="269"/>
            <ac:spMk id="85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0:18:23.651" v="185" actId="26606"/>
          <ac:spMkLst>
            <pc:docMk/>
            <pc:sldMk cId="0" sldId="269"/>
            <ac:spMk id="91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0:18:23.651" v="185" actId="26606"/>
          <ac:spMkLst>
            <pc:docMk/>
            <pc:sldMk cId="0" sldId="269"/>
            <ac:spMk id="111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0:18:23.651" v="185" actId="26606"/>
          <ac:spMkLst>
            <pc:docMk/>
            <pc:sldMk cId="0" sldId="269"/>
            <ac:spMk id="118" creationId="{00000000-0000-0000-0000-000000000000}"/>
          </ac:spMkLst>
        </pc:spChg>
        <pc:spChg chg="del">
          <ac:chgData name="Hector Jacome" userId="1efd4a07-9ff0-4e22-a80e-a43a1fe04586" providerId="ADAL" clId="{058FE50F-66D3-44F8-8C38-A39D2101158D}" dt="2026-10-22T10:18:23.651" v="185" actId="26606"/>
          <ac:spMkLst>
            <pc:docMk/>
            <pc:sldMk cId="0" sldId="269"/>
            <ac:spMk id="126" creationId="{00000000-0000-0000-0000-000000000000}"/>
          </ac:spMkLst>
        </pc:spChg>
        <pc:spChg chg="del">
          <ac:chgData name="Hector Jacome" userId="1efd4a07-9ff0-4e22-a80e-a43a1fe04586" providerId="ADAL" clId="{058FE50F-66D3-44F8-8C38-A39D2101158D}" dt="2026-10-22T10:18:23.651" v="185" actId="26606"/>
          <ac:spMkLst>
            <pc:docMk/>
            <pc:sldMk cId="0" sldId="269"/>
            <ac:spMk id="134" creationId="{00000000-0000-0000-0000-000000000000}"/>
          </ac:spMkLst>
        </pc:spChg>
      </pc:sldChg>
      <pc:sldChg chg="modSp add mod">
        <pc:chgData name="Hector Jacome" userId="1efd4a07-9ff0-4e22-a80e-a43a1fe04586" providerId="ADAL" clId="{058FE50F-66D3-44F8-8C38-A39D2101158D}" dt="2026-10-22T10:34:04.232" v="187" actId="26606"/>
        <pc:sldMkLst>
          <pc:docMk/>
          <pc:sldMk cId="0" sldId="270"/>
        </pc:sldMkLst>
        <pc:spChg chg="mod">
          <ac:chgData name="Hector Jacome" userId="1efd4a07-9ff0-4e22-a80e-a43a1fe04586" providerId="ADAL" clId="{058FE50F-66D3-44F8-8C38-A39D2101158D}" dt="2026-10-22T10:15:38.802" v="164" actId="26606"/>
          <ac:spMkLst>
            <pc:docMk/>
            <pc:sldMk cId="0" sldId="270"/>
            <ac:spMk id="3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0:15:38.802" v="164" actId="26606"/>
          <ac:spMkLst>
            <pc:docMk/>
            <pc:sldMk cId="0" sldId="270"/>
            <ac:spMk id="4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0:33:52.071" v="186" actId="26606"/>
          <ac:spMkLst>
            <pc:docMk/>
            <pc:sldMk cId="0" sldId="270"/>
            <ac:spMk id="6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0:33:52.071" v="186" actId="26606"/>
          <ac:spMkLst>
            <pc:docMk/>
            <pc:sldMk cId="0" sldId="270"/>
            <ac:spMk id="9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0:15:38.802" v="164" actId="26606"/>
          <ac:spMkLst>
            <pc:docMk/>
            <pc:sldMk cId="0" sldId="270"/>
            <ac:spMk id="1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0:15:38.802" v="164" actId="26606"/>
          <ac:spMkLst>
            <pc:docMk/>
            <pc:sldMk cId="0" sldId="270"/>
            <ac:spMk id="15" creationId="{00000000-0000-0000-0000-000000000000}"/>
          </ac:spMkLst>
        </pc:spChg>
        <pc:graphicFrameChg chg="mod modGraphic">
          <ac:chgData name="Hector Jacome" userId="1efd4a07-9ff0-4e22-a80e-a43a1fe04586" providerId="ADAL" clId="{058FE50F-66D3-44F8-8C38-A39D2101158D}" dt="2026-10-22T10:34:04.232" v="187" actId="26606"/>
          <ac:graphicFrameMkLst>
            <pc:docMk/>
            <pc:sldMk cId="0" sldId="270"/>
            <ac:graphicFrameMk id="5" creationId="{00000000-0000-0000-0000-000000000000}"/>
          </ac:graphicFrameMkLst>
        </pc:graphicFrameChg>
      </pc:sldChg>
      <pc:sldChg chg="modSp add mod">
        <pc:chgData name="Hector Jacome" userId="1efd4a07-9ff0-4e22-a80e-a43a1fe04586" providerId="ADAL" clId="{058FE50F-66D3-44F8-8C38-A39D2101158D}" dt="2026-10-22T10:16:33.115" v="184" actId="20577"/>
        <pc:sldMkLst>
          <pc:docMk/>
          <pc:sldMk cId="1603956048" sldId="271"/>
        </pc:sldMkLst>
        <pc:spChg chg="mod">
          <ac:chgData name="Hector Jacome" userId="1efd4a07-9ff0-4e22-a80e-a43a1fe04586" providerId="ADAL" clId="{058FE50F-66D3-44F8-8C38-A39D2101158D}" dt="2026-10-22T10:16:33.115" v="184" actId="20577"/>
          <ac:spMkLst>
            <pc:docMk/>
            <pc:sldMk cId="1603956048" sldId="271"/>
            <ac:spMk id="4" creationId="{5924D015-226B-1011-280A-6A2B42B69F85}"/>
          </ac:spMkLst>
        </pc:spChg>
      </pc:sldChg>
      <pc:sldChg chg="add del setBg">
        <pc:chgData name="Hector Jacome" userId="1efd4a07-9ff0-4e22-a80e-a43a1fe04586" providerId="ADAL" clId="{058FE50F-66D3-44F8-8C38-A39D2101158D}" dt="2026-10-22T10:16:24.410" v="166"/>
        <pc:sldMkLst>
          <pc:docMk/>
          <pc:sldMk cId="3066190570" sldId="271"/>
        </pc:sldMkLst>
      </pc:sldChg>
      <pc:sldChg chg="add">
        <pc:chgData name="Hector Jacome" userId="1efd4a07-9ff0-4e22-a80e-a43a1fe04586" providerId="ADAL" clId="{058FE50F-66D3-44F8-8C38-A39D2101158D}" dt="2026-10-22T11:59:53.637" v="188" actId="26606"/>
        <pc:sldMkLst>
          <pc:docMk/>
          <pc:sldMk cId="1603956048" sldId="272"/>
        </pc:sldMkLst>
      </pc:sldChg>
      <pc:sldChg chg="addSp delSp modSp add mod">
        <pc:chgData name="Hector Jacome" userId="1efd4a07-9ff0-4e22-a80e-a43a1fe04586" providerId="ADAL" clId="{058FE50F-66D3-44F8-8C38-A39D2101158D}" dt="2026-10-22T13:02:19.920" v="207" actId="26606"/>
        <pc:sldMkLst>
          <pc:docMk/>
          <pc:sldMk cId="0" sldId="273"/>
        </pc:sldMkLst>
        <pc:spChg chg="mod">
          <ac:chgData name="Hector Jacome" userId="1efd4a07-9ff0-4e22-a80e-a43a1fe04586" providerId="ADAL" clId="{058FE50F-66D3-44F8-8C38-A39D2101158D}" dt="2026-10-22T12:10:27.588" v="190" actId="26606"/>
          <ac:spMkLst>
            <pc:docMk/>
            <pc:sldMk cId="0" sldId="273"/>
            <ac:spMk id="10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10:27.588" v="190" actId="26606"/>
          <ac:spMkLst>
            <pc:docMk/>
            <pc:sldMk cId="0" sldId="273"/>
            <ac:spMk id="11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10:27.588" v="190" actId="26606"/>
          <ac:spMkLst>
            <pc:docMk/>
            <pc:sldMk cId="0" sldId="273"/>
            <ac:spMk id="1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10:27.588" v="190" actId="26606"/>
          <ac:spMkLst>
            <pc:docMk/>
            <pc:sldMk cId="0" sldId="273"/>
            <ac:spMk id="13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10:27.588" v="190" actId="26606"/>
          <ac:spMkLst>
            <pc:docMk/>
            <pc:sldMk cId="0" sldId="273"/>
            <ac:spMk id="14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10:27.588" v="190" actId="26606"/>
          <ac:spMkLst>
            <pc:docMk/>
            <pc:sldMk cId="0" sldId="273"/>
            <ac:spMk id="15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10:27.588" v="190" actId="26606"/>
          <ac:spMkLst>
            <pc:docMk/>
            <pc:sldMk cId="0" sldId="273"/>
            <ac:spMk id="16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10:06.449" v="189" actId="26606"/>
          <ac:spMkLst>
            <pc:docMk/>
            <pc:sldMk cId="0" sldId="273"/>
            <ac:spMk id="21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2:19.920" v="207" actId="26606"/>
          <ac:spMkLst>
            <pc:docMk/>
            <pc:sldMk cId="0" sldId="273"/>
            <ac:spMk id="2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2:19.920" v="207" actId="26606"/>
          <ac:spMkLst>
            <pc:docMk/>
            <pc:sldMk cId="0" sldId="273"/>
            <ac:spMk id="24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2:19.920" v="207" actId="26606"/>
          <ac:spMkLst>
            <pc:docMk/>
            <pc:sldMk cId="0" sldId="273"/>
            <ac:spMk id="25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10:06.449" v="189" actId="26606"/>
          <ac:spMkLst>
            <pc:docMk/>
            <pc:sldMk cId="0" sldId="273"/>
            <ac:spMk id="29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10:06.449" v="189" actId="26606"/>
          <ac:spMkLst>
            <pc:docMk/>
            <pc:sldMk cId="0" sldId="273"/>
            <ac:spMk id="38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10:06.449" v="189" actId="26606"/>
          <ac:spMkLst>
            <pc:docMk/>
            <pc:sldMk cId="0" sldId="273"/>
            <ac:spMk id="39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10:06.449" v="189" actId="26606"/>
          <ac:spMkLst>
            <pc:docMk/>
            <pc:sldMk cId="0" sldId="273"/>
            <ac:spMk id="40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2:19.920" v="207" actId="26606"/>
          <ac:spMkLst>
            <pc:docMk/>
            <pc:sldMk cId="0" sldId="273"/>
            <ac:spMk id="51" creationId="{00000000-0000-0000-0000-000000000000}"/>
          </ac:spMkLst>
        </pc:spChg>
        <pc:spChg chg="del">
          <ac:chgData name="Hector Jacome" userId="1efd4a07-9ff0-4e22-a80e-a43a1fe04586" providerId="ADAL" clId="{058FE50F-66D3-44F8-8C38-A39D2101158D}" dt="2026-10-22T12:10:06.449" v="189" actId="26606"/>
          <ac:spMkLst>
            <pc:docMk/>
            <pc:sldMk cId="0" sldId="273"/>
            <ac:spMk id="5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2:19.920" v="207" actId="26606"/>
          <ac:spMkLst>
            <pc:docMk/>
            <pc:sldMk cId="0" sldId="273"/>
            <ac:spMk id="66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10:06.449" v="189" actId="26606"/>
          <ac:spMkLst>
            <pc:docMk/>
            <pc:sldMk cId="0" sldId="273"/>
            <ac:spMk id="69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2:19.920" v="207" actId="26606"/>
          <ac:spMkLst>
            <pc:docMk/>
            <pc:sldMk cId="0" sldId="273"/>
            <ac:spMk id="70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10:06.449" v="189" actId="26606"/>
          <ac:spMkLst>
            <pc:docMk/>
            <pc:sldMk cId="0" sldId="273"/>
            <ac:spMk id="73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2:19.920" v="207" actId="26606"/>
          <ac:spMkLst>
            <pc:docMk/>
            <pc:sldMk cId="0" sldId="273"/>
            <ac:spMk id="74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2:19.920" v="207" actId="26606"/>
          <ac:spMkLst>
            <pc:docMk/>
            <pc:sldMk cId="0" sldId="273"/>
            <ac:spMk id="78" creationId="{00000000-0000-0000-0000-000000000000}"/>
          </ac:spMkLst>
        </pc:spChg>
      </pc:sldChg>
      <pc:sldChg chg="delSp modSp add mod">
        <pc:chgData name="Hector Jacome" userId="1efd4a07-9ff0-4e22-a80e-a43a1fe04586" providerId="ADAL" clId="{058FE50F-66D3-44F8-8C38-A39D2101158D}" dt="2026-10-22T13:02:19.920" v="207" actId="26606"/>
        <pc:sldMkLst>
          <pc:docMk/>
          <pc:sldMk cId="0" sldId="274"/>
        </pc:sldMkLst>
        <pc:spChg chg="mod">
          <ac:chgData name="Hector Jacome" userId="1efd4a07-9ff0-4e22-a80e-a43a1fe04586" providerId="ADAL" clId="{058FE50F-66D3-44F8-8C38-A39D2101158D}" dt="2026-10-22T12:10:27.588" v="190" actId="26606"/>
          <ac:spMkLst>
            <pc:docMk/>
            <pc:sldMk cId="0" sldId="274"/>
            <ac:spMk id="10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10:27.588" v="190" actId="26606"/>
          <ac:spMkLst>
            <pc:docMk/>
            <pc:sldMk cId="0" sldId="274"/>
            <ac:spMk id="11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10:27.588" v="190" actId="26606"/>
          <ac:spMkLst>
            <pc:docMk/>
            <pc:sldMk cId="0" sldId="274"/>
            <ac:spMk id="1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10:27.588" v="190" actId="26606"/>
          <ac:spMkLst>
            <pc:docMk/>
            <pc:sldMk cId="0" sldId="274"/>
            <ac:spMk id="13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10:27.588" v="190" actId="26606"/>
          <ac:spMkLst>
            <pc:docMk/>
            <pc:sldMk cId="0" sldId="274"/>
            <ac:spMk id="14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10:27.588" v="190" actId="26606"/>
          <ac:spMkLst>
            <pc:docMk/>
            <pc:sldMk cId="0" sldId="274"/>
            <ac:spMk id="15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10:27.588" v="190" actId="26606"/>
          <ac:spMkLst>
            <pc:docMk/>
            <pc:sldMk cId="0" sldId="274"/>
            <ac:spMk id="16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10:06.449" v="189" actId="26606"/>
          <ac:spMkLst>
            <pc:docMk/>
            <pc:sldMk cId="0" sldId="274"/>
            <ac:spMk id="19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2:19.920" v="207" actId="26606"/>
          <ac:spMkLst>
            <pc:docMk/>
            <pc:sldMk cId="0" sldId="274"/>
            <ac:spMk id="2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2:19.920" v="207" actId="26606"/>
          <ac:spMkLst>
            <pc:docMk/>
            <pc:sldMk cId="0" sldId="274"/>
            <ac:spMk id="24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2:19.920" v="207" actId="26606"/>
          <ac:spMkLst>
            <pc:docMk/>
            <pc:sldMk cId="0" sldId="274"/>
            <ac:spMk id="25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10:06.449" v="189" actId="26606"/>
          <ac:spMkLst>
            <pc:docMk/>
            <pc:sldMk cId="0" sldId="274"/>
            <ac:spMk id="29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2:19.920" v="207" actId="26606"/>
          <ac:spMkLst>
            <pc:docMk/>
            <pc:sldMk cId="0" sldId="274"/>
            <ac:spMk id="35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2:19.920" v="207" actId="26606"/>
          <ac:spMkLst>
            <pc:docMk/>
            <pc:sldMk cId="0" sldId="274"/>
            <ac:spMk id="41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2:19.920" v="207" actId="26606"/>
          <ac:spMkLst>
            <pc:docMk/>
            <pc:sldMk cId="0" sldId="274"/>
            <ac:spMk id="44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2:19.920" v="207" actId="26606"/>
          <ac:spMkLst>
            <pc:docMk/>
            <pc:sldMk cId="0" sldId="274"/>
            <ac:spMk id="47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10:06.449" v="189" actId="26606"/>
          <ac:spMkLst>
            <pc:docMk/>
            <pc:sldMk cId="0" sldId="274"/>
            <ac:spMk id="48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10:06.449" v="189" actId="26606"/>
          <ac:spMkLst>
            <pc:docMk/>
            <pc:sldMk cId="0" sldId="274"/>
            <ac:spMk id="54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2:19.920" v="207" actId="26606"/>
          <ac:spMkLst>
            <pc:docMk/>
            <pc:sldMk cId="0" sldId="274"/>
            <ac:spMk id="58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10:06.449" v="189" actId="26606"/>
          <ac:spMkLst>
            <pc:docMk/>
            <pc:sldMk cId="0" sldId="274"/>
            <ac:spMk id="61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10:06.449" v="189" actId="26606"/>
          <ac:spMkLst>
            <pc:docMk/>
            <pc:sldMk cId="0" sldId="274"/>
            <ac:spMk id="6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2:19.920" v="207" actId="26606"/>
          <ac:spMkLst>
            <pc:docMk/>
            <pc:sldMk cId="0" sldId="274"/>
            <ac:spMk id="77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10:06.449" v="189" actId="26606"/>
          <ac:spMkLst>
            <pc:docMk/>
            <pc:sldMk cId="0" sldId="274"/>
            <ac:spMk id="81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2:19.920" v="207" actId="26606"/>
          <ac:spMkLst>
            <pc:docMk/>
            <pc:sldMk cId="0" sldId="274"/>
            <ac:spMk id="86" creationId="{00000000-0000-0000-0000-000000000000}"/>
          </ac:spMkLst>
        </pc:spChg>
        <pc:spChg chg="del">
          <ac:chgData name="Hector Jacome" userId="1efd4a07-9ff0-4e22-a80e-a43a1fe04586" providerId="ADAL" clId="{058FE50F-66D3-44F8-8C38-A39D2101158D}" dt="2026-10-22T12:10:06.449" v="189" actId="26606"/>
          <ac:spMkLst>
            <pc:docMk/>
            <pc:sldMk cId="0" sldId="274"/>
            <ac:spMk id="99" creationId="{00000000-0000-0000-0000-000000000000}"/>
          </ac:spMkLst>
        </pc:spChg>
        <pc:spChg chg="del">
          <ac:chgData name="Hector Jacome" userId="1efd4a07-9ff0-4e22-a80e-a43a1fe04586" providerId="ADAL" clId="{058FE50F-66D3-44F8-8C38-A39D2101158D}" dt="2026-10-22T12:10:06.449" v="189" actId="26606"/>
          <ac:spMkLst>
            <pc:docMk/>
            <pc:sldMk cId="0" sldId="274"/>
            <ac:spMk id="101" creationId="{00000000-0000-0000-0000-000000000000}"/>
          </ac:spMkLst>
        </pc:spChg>
      </pc:sldChg>
      <pc:sldChg chg="modSp add mod">
        <pc:chgData name="Hector Jacome" userId="1efd4a07-9ff0-4e22-a80e-a43a1fe04586" providerId="ADAL" clId="{058FE50F-66D3-44F8-8C38-A39D2101158D}" dt="2026-10-22T12:10:27.588" v="190" actId="26606"/>
        <pc:sldMkLst>
          <pc:docMk/>
          <pc:sldMk cId="0" sldId="275"/>
        </pc:sldMkLst>
        <pc:spChg chg="mod">
          <ac:chgData name="Hector Jacome" userId="1efd4a07-9ff0-4e22-a80e-a43a1fe04586" providerId="ADAL" clId="{058FE50F-66D3-44F8-8C38-A39D2101158D}" dt="2026-10-22T12:10:06.449" v="189" actId="26606"/>
          <ac:spMkLst>
            <pc:docMk/>
            <pc:sldMk cId="0" sldId="275"/>
            <ac:spMk id="6" creationId="{00000000-0000-0000-0000-000000000000}"/>
          </ac:spMkLst>
        </pc:spChg>
        <pc:graphicFrameChg chg="mod modGraphic">
          <ac:chgData name="Hector Jacome" userId="1efd4a07-9ff0-4e22-a80e-a43a1fe04586" providerId="ADAL" clId="{058FE50F-66D3-44F8-8C38-A39D2101158D}" dt="2026-10-22T12:10:27.588" v="190" actId="26606"/>
          <ac:graphicFrameMkLst>
            <pc:docMk/>
            <pc:sldMk cId="0" sldId="275"/>
            <ac:graphicFrameMk id="5" creationId="{00000000-0000-0000-0000-000000000000}"/>
          </ac:graphicFrameMkLst>
        </pc:graphicFrameChg>
      </pc:sldChg>
      <pc:sldChg chg="modSp add mod">
        <pc:chgData name="Hector Jacome" userId="1efd4a07-9ff0-4e22-a80e-a43a1fe04586" providerId="ADAL" clId="{058FE50F-66D3-44F8-8C38-A39D2101158D}" dt="2026-10-22T12:10:06.449" v="189" actId="26606"/>
        <pc:sldMkLst>
          <pc:docMk/>
          <pc:sldMk cId="0" sldId="276"/>
        </pc:sldMkLst>
        <pc:spChg chg="mod">
          <ac:chgData name="Hector Jacome" userId="1efd4a07-9ff0-4e22-a80e-a43a1fe04586" providerId="ADAL" clId="{058FE50F-66D3-44F8-8C38-A39D2101158D}" dt="2026-10-22T12:10:06.449" v="189" actId="26606"/>
          <ac:spMkLst>
            <pc:docMk/>
            <pc:sldMk cId="0" sldId="276"/>
            <ac:spMk id="18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10:06.449" v="189" actId="26606"/>
          <ac:spMkLst>
            <pc:docMk/>
            <pc:sldMk cId="0" sldId="276"/>
            <ac:spMk id="21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10:06.449" v="189" actId="26606"/>
          <ac:spMkLst>
            <pc:docMk/>
            <pc:sldMk cId="0" sldId="276"/>
            <ac:spMk id="33" creationId="{00000000-0000-0000-0000-000000000000}"/>
          </ac:spMkLst>
        </pc:spChg>
      </pc:sldChg>
      <pc:sldChg chg="add">
        <pc:chgData name="Hector Jacome" userId="1efd4a07-9ff0-4e22-a80e-a43a1fe04586" providerId="ADAL" clId="{058FE50F-66D3-44F8-8C38-A39D2101158D}" dt="2026-10-22T12:22:14.610" v="191" actId="26606"/>
        <pc:sldMkLst>
          <pc:docMk/>
          <pc:sldMk cId="1603956048" sldId="277"/>
        </pc:sldMkLst>
      </pc:sldChg>
      <pc:sldChg chg="addSp delSp modSp add mod">
        <pc:chgData name="Hector Jacome" userId="1efd4a07-9ff0-4e22-a80e-a43a1fe04586" providerId="ADAL" clId="{058FE50F-66D3-44F8-8C38-A39D2101158D}" dt="2026-10-22T12:32:01.224" v="200" actId="26606"/>
        <pc:sldMkLst>
          <pc:docMk/>
          <pc:sldMk cId="0" sldId="278"/>
        </pc:sldMkLst>
        <pc:spChg chg="del mod replId">
          <ac:chgData name="Hector Jacome" userId="1efd4a07-9ff0-4e22-a80e-a43a1fe04586" providerId="ADAL" clId="{058FE50F-66D3-44F8-8C38-A39D2101158D}" dt="2026-10-22T12:27:50.696" v="195" actId="26606"/>
          <ac:spMkLst>
            <pc:docMk/>
            <pc:sldMk cId="0" sldId="278"/>
            <ac:spMk id="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22:51.309" v="192" actId="26606"/>
          <ac:spMkLst>
            <pc:docMk/>
            <pc:sldMk cId="0" sldId="278"/>
            <ac:spMk id="3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22:51.309" v="192" actId="26606"/>
          <ac:spMkLst>
            <pc:docMk/>
            <pc:sldMk cId="0" sldId="278"/>
            <ac:spMk id="1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22:51.309" v="192" actId="26606"/>
          <ac:spMkLst>
            <pc:docMk/>
            <pc:sldMk cId="0" sldId="278"/>
            <ac:spMk id="19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27:50.696" v="195" actId="26606"/>
          <ac:spMkLst>
            <pc:docMk/>
            <pc:sldMk cId="0" sldId="278"/>
            <ac:spMk id="20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27:50.696" v="195" actId="26606"/>
          <ac:spMkLst>
            <pc:docMk/>
            <pc:sldMk cId="0" sldId="278"/>
            <ac:spMk id="2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27:50.696" v="195" actId="26606"/>
          <ac:spMkLst>
            <pc:docMk/>
            <pc:sldMk cId="0" sldId="278"/>
            <ac:spMk id="24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27:50.696" v="195" actId="26606"/>
          <ac:spMkLst>
            <pc:docMk/>
            <pc:sldMk cId="0" sldId="278"/>
            <ac:spMk id="25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27:50.696" v="195" actId="26606"/>
          <ac:spMkLst>
            <pc:docMk/>
            <pc:sldMk cId="0" sldId="278"/>
            <ac:spMk id="27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27:50.696" v="195" actId="26606"/>
          <ac:spMkLst>
            <pc:docMk/>
            <pc:sldMk cId="0" sldId="278"/>
            <ac:spMk id="28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27:50.696" v="195" actId="26606"/>
          <ac:spMkLst>
            <pc:docMk/>
            <pc:sldMk cId="0" sldId="278"/>
            <ac:spMk id="30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31:54.173" v="199" actId="26606"/>
          <ac:spMkLst>
            <pc:docMk/>
            <pc:sldMk cId="0" sldId="278"/>
            <ac:spMk id="32" creationId="{00000000-0000-0000-0000-000000000000}"/>
          </ac:spMkLst>
        </pc:spChg>
        <pc:spChg chg="del">
          <ac:chgData name="Hector Jacome" userId="1efd4a07-9ff0-4e22-a80e-a43a1fe04586" providerId="ADAL" clId="{058FE50F-66D3-44F8-8C38-A39D2101158D}" dt="2026-10-22T12:27:50.696" v="195" actId="26606"/>
          <ac:spMkLst>
            <pc:docMk/>
            <pc:sldMk cId="0" sldId="278"/>
            <ac:spMk id="35" creationId="{00000000-0000-0000-0000-000000000000}"/>
          </ac:spMkLst>
        </pc:spChg>
        <pc:spChg chg="add">
          <ac:chgData name="Hector Jacome" userId="1efd4a07-9ff0-4e22-a80e-a43a1fe04586" providerId="ADAL" clId="{058FE50F-66D3-44F8-8C38-A39D2101158D}" dt="2026-10-22T12:31:54.173" v="199" actId="26606"/>
          <ac:spMkLst>
            <pc:docMk/>
            <pc:sldMk cId="0" sldId="278"/>
            <ac:spMk id="60" creationId="{00000000-0000-0000-0000-000000000000}"/>
          </ac:spMkLst>
        </pc:spChg>
        <pc:spChg chg="add">
          <ac:chgData name="Hector Jacome" userId="1efd4a07-9ff0-4e22-a80e-a43a1fe04586" providerId="ADAL" clId="{058FE50F-66D3-44F8-8C38-A39D2101158D}" dt="2026-10-22T12:31:54.173" v="199" actId="26606"/>
          <ac:spMkLst>
            <pc:docMk/>
            <pc:sldMk cId="0" sldId="278"/>
            <ac:spMk id="61" creationId="{00000000-0000-0000-0000-000000000000}"/>
          </ac:spMkLst>
        </pc:spChg>
        <pc:spChg chg="add">
          <ac:chgData name="Hector Jacome" userId="1efd4a07-9ff0-4e22-a80e-a43a1fe04586" providerId="ADAL" clId="{058FE50F-66D3-44F8-8C38-A39D2101158D}" dt="2026-10-22T12:31:54.173" v="199" actId="26606"/>
          <ac:spMkLst>
            <pc:docMk/>
            <pc:sldMk cId="0" sldId="278"/>
            <ac:spMk id="74" creationId="{00000000-0000-0000-0000-000000000000}"/>
          </ac:spMkLst>
        </pc:spChg>
        <pc:spChg chg="add">
          <ac:chgData name="Hector Jacome" userId="1efd4a07-9ff0-4e22-a80e-a43a1fe04586" providerId="ADAL" clId="{058FE50F-66D3-44F8-8C38-A39D2101158D}" dt="2026-10-22T12:31:54.173" v="199" actId="26606"/>
          <ac:spMkLst>
            <pc:docMk/>
            <pc:sldMk cId="0" sldId="278"/>
            <ac:spMk id="82" creationId="{00000000-0000-0000-0000-000000000000}"/>
          </ac:spMkLst>
        </pc:spChg>
        <pc:spChg chg="add">
          <ac:chgData name="Hector Jacome" userId="1efd4a07-9ff0-4e22-a80e-a43a1fe04586" providerId="ADAL" clId="{058FE50F-66D3-44F8-8C38-A39D2101158D}" dt="2026-10-22T12:31:54.173" v="199" actId="26606"/>
          <ac:spMkLst>
            <pc:docMk/>
            <pc:sldMk cId="0" sldId="278"/>
            <ac:spMk id="88" creationId="{00000000-0000-0000-0000-000000000000}"/>
          </ac:spMkLst>
        </pc:spChg>
        <pc:spChg chg="add">
          <ac:chgData name="Hector Jacome" userId="1efd4a07-9ff0-4e22-a80e-a43a1fe04586" providerId="ADAL" clId="{058FE50F-66D3-44F8-8C38-A39D2101158D}" dt="2026-10-22T12:31:54.173" v="199" actId="26606"/>
          <ac:spMkLst>
            <pc:docMk/>
            <pc:sldMk cId="0" sldId="278"/>
            <ac:spMk id="90" creationId="{00000000-0000-0000-0000-000000000000}"/>
          </ac:spMkLst>
        </pc:spChg>
        <pc:spChg chg="add">
          <ac:chgData name="Hector Jacome" userId="1efd4a07-9ff0-4e22-a80e-a43a1fe04586" providerId="ADAL" clId="{058FE50F-66D3-44F8-8C38-A39D2101158D}" dt="2026-10-22T12:31:54.173" v="199" actId="26606"/>
          <ac:spMkLst>
            <pc:docMk/>
            <pc:sldMk cId="0" sldId="278"/>
            <ac:spMk id="102" creationId="{00000000-0000-0000-0000-000000000000}"/>
          </ac:spMkLst>
        </pc:spChg>
        <pc:spChg chg="add">
          <ac:chgData name="Hector Jacome" userId="1efd4a07-9ff0-4e22-a80e-a43a1fe04586" providerId="ADAL" clId="{058FE50F-66D3-44F8-8C38-A39D2101158D}" dt="2026-10-22T12:31:54.173" v="199" actId="26606"/>
          <ac:spMkLst>
            <pc:docMk/>
            <pc:sldMk cId="0" sldId="278"/>
            <ac:spMk id="103" creationId="{00000000-0000-0000-0000-000000000000}"/>
          </ac:spMkLst>
        </pc:spChg>
        <pc:spChg chg="add">
          <ac:chgData name="Hector Jacome" userId="1efd4a07-9ff0-4e22-a80e-a43a1fe04586" providerId="ADAL" clId="{058FE50F-66D3-44F8-8C38-A39D2101158D}" dt="2026-10-22T12:31:54.173" v="199" actId="26606"/>
          <ac:spMkLst>
            <pc:docMk/>
            <pc:sldMk cId="0" sldId="278"/>
            <ac:spMk id="106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32:01.224" v="200" actId="26606"/>
          <ac:spMkLst>
            <pc:docMk/>
            <pc:sldMk cId="0" sldId="278"/>
            <ac:spMk id="124" creationId="{00000000-0000-0000-0000-000000000000}"/>
          </ac:spMkLst>
        </pc:spChg>
        <pc:graphicFrameChg chg="mod replId">
          <ac:chgData name="Hector Jacome" userId="1efd4a07-9ff0-4e22-a80e-a43a1fe04586" providerId="ADAL" clId="{058FE50F-66D3-44F8-8C38-A39D2101158D}" dt="2026-10-22T12:31:53.820" v="198" actId="26606"/>
          <ac:graphicFrameMkLst>
            <pc:docMk/>
            <pc:sldMk cId="0" sldId="278"/>
            <ac:graphicFrameMk id="2" creationId="{00000000-0000-0000-0000-000000000000}"/>
          </ac:graphicFrameMkLst>
        </pc:graphicFrameChg>
        <pc:graphicFrameChg chg="mod modGraphic">
          <ac:chgData name="Hector Jacome" userId="1efd4a07-9ff0-4e22-a80e-a43a1fe04586" providerId="ADAL" clId="{058FE50F-66D3-44F8-8C38-A39D2101158D}" dt="2026-10-22T12:23:10.055" v="193" actId="26606"/>
          <ac:graphicFrameMkLst>
            <pc:docMk/>
            <pc:sldMk cId="0" sldId="278"/>
            <ac:graphicFrameMk id="38" creationId="{00000000-0000-0000-0000-000000000000}"/>
          </ac:graphicFrameMkLst>
        </pc:graphicFrameChg>
      </pc:sldChg>
      <pc:sldChg chg="delSp modSp add mod">
        <pc:chgData name="Hector Jacome" userId="1efd4a07-9ff0-4e22-a80e-a43a1fe04586" providerId="ADAL" clId="{058FE50F-66D3-44F8-8C38-A39D2101158D}" dt="2026-10-22T13:02:19.920" v="207" actId="26606"/>
        <pc:sldMkLst>
          <pc:docMk/>
          <pc:sldMk cId="0" sldId="279"/>
        </pc:sldMkLst>
        <pc:spChg chg="mod">
          <ac:chgData name="Hector Jacome" userId="1efd4a07-9ff0-4e22-a80e-a43a1fe04586" providerId="ADAL" clId="{058FE50F-66D3-44F8-8C38-A39D2101158D}" dt="2026-10-22T12:22:51.309" v="192" actId="26606"/>
          <ac:spMkLst>
            <pc:docMk/>
            <pc:sldMk cId="0" sldId="279"/>
            <ac:spMk id="3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22:51.309" v="192" actId="26606"/>
          <ac:spMkLst>
            <pc:docMk/>
            <pc:sldMk cId="0" sldId="279"/>
            <ac:spMk id="1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27:50.696" v="195" actId="26606"/>
          <ac:spMkLst>
            <pc:docMk/>
            <pc:sldMk cId="0" sldId="279"/>
            <ac:spMk id="19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27:50.696" v="195" actId="26606"/>
          <ac:spMkLst>
            <pc:docMk/>
            <pc:sldMk cId="0" sldId="279"/>
            <ac:spMk id="20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27:50.696" v="195" actId="26606"/>
          <ac:spMkLst>
            <pc:docMk/>
            <pc:sldMk cId="0" sldId="279"/>
            <ac:spMk id="21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22:51.309" v="192" actId="26606"/>
          <ac:spMkLst>
            <pc:docMk/>
            <pc:sldMk cId="0" sldId="279"/>
            <ac:spMk id="24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27:50.696" v="195" actId="26606"/>
          <ac:spMkLst>
            <pc:docMk/>
            <pc:sldMk cId="0" sldId="279"/>
            <ac:spMk id="26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22:51.309" v="192" actId="26606"/>
          <ac:spMkLst>
            <pc:docMk/>
            <pc:sldMk cId="0" sldId="279"/>
            <ac:spMk id="27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27:50.696" v="195" actId="26606"/>
          <ac:spMkLst>
            <pc:docMk/>
            <pc:sldMk cId="0" sldId="279"/>
            <ac:spMk id="28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22:51.309" v="192" actId="26606"/>
          <ac:spMkLst>
            <pc:docMk/>
            <pc:sldMk cId="0" sldId="279"/>
            <ac:spMk id="5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22:51.309" v="192" actId="26606"/>
          <ac:spMkLst>
            <pc:docMk/>
            <pc:sldMk cId="0" sldId="279"/>
            <ac:spMk id="53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22:51.309" v="192" actId="26606"/>
          <ac:spMkLst>
            <pc:docMk/>
            <pc:sldMk cId="0" sldId="279"/>
            <ac:spMk id="54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22:51.309" v="192" actId="26606"/>
          <ac:spMkLst>
            <pc:docMk/>
            <pc:sldMk cId="0" sldId="279"/>
            <ac:spMk id="55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2:19.920" v="207" actId="26606"/>
          <ac:spMkLst>
            <pc:docMk/>
            <pc:sldMk cId="0" sldId="279"/>
            <ac:spMk id="59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2:19.920" v="207" actId="26606"/>
          <ac:spMkLst>
            <pc:docMk/>
            <pc:sldMk cId="0" sldId="279"/>
            <ac:spMk id="61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2:19.920" v="207" actId="26606"/>
          <ac:spMkLst>
            <pc:docMk/>
            <pc:sldMk cId="0" sldId="279"/>
            <ac:spMk id="63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27:50.696" v="195" actId="26606"/>
          <ac:spMkLst>
            <pc:docMk/>
            <pc:sldMk cId="0" sldId="279"/>
            <ac:spMk id="64" creationId="{00000000-0000-0000-0000-000000000000}"/>
          </ac:spMkLst>
        </pc:spChg>
        <pc:spChg chg="del">
          <ac:chgData name="Hector Jacome" userId="1efd4a07-9ff0-4e22-a80e-a43a1fe04586" providerId="ADAL" clId="{058FE50F-66D3-44F8-8C38-A39D2101158D}" dt="2026-10-22T12:27:50.696" v="195" actId="26606"/>
          <ac:spMkLst>
            <pc:docMk/>
            <pc:sldMk cId="0" sldId="279"/>
            <ac:spMk id="70" creationId="{00000000-0000-0000-0000-000000000000}"/>
          </ac:spMkLst>
        </pc:spChg>
        <pc:spChg chg="del">
          <ac:chgData name="Hector Jacome" userId="1efd4a07-9ff0-4e22-a80e-a43a1fe04586" providerId="ADAL" clId="{058FE50F-66D3-44F8-8C38-A39D2101158D}" dt="2026-10-22T12:27:50.696" v="195" actId="26606"/>
          <ac:spMkLst>
            <pc:docMk/>
            <pc:sldMk cId="0" sldId="279"/>
            <ac:spMk id="79" creationId="{00000000-0000-0000-0000-000000000000}"/>
          </ac:spMkLst>
        </pc:spChg>
        <pc:graphicFrameChg chg="mod modGraphic">
          <ac:chgData name="Hector Jacome" userId="1efd4a07-9ff0-4e22-a80e-a43a1fe04586" providerId="ADAL" clId="{058FE50F-66D3-44F8-8C38-A39D2101158D}" dt="2026-10-22T12:32:01.224" v="200" actId="26606"/>
          <ac:graphicFrameMkLst>
            <pc:docMk/>
            <pc:sldMk cId="0" sldId="279"/>
            <ac:graphicFrameMk id="23" creationId="{00000000-0000-0000-0000-000000000000}"/>
          </ac:graphicFrameMkLst>
        </pc:graphicFrameChg>
      </pc:sldChg>
      <pc:sldChg chg="delSp modSp add mod">
        <pc:chgData name="Hector Jacome" userId="1efd4a07-9ff0-4e22-a80e-a43a1fe04586" providerId="ADAL" clId="{058FE50F-66D3-44F8-8C38-A39D2101158D}" dt="2026-10-22T12:32:01.224" v="200" actId="26606"/>
        <pc:sldMkLst>
          <pc:docMk/>
          <pc:sldMk cId="0" sldId="280"/>
        </pc:sldMkLst>
        <pc:spChg chg="mod">
          <ac:chgData name="Hector Jacome" userId="1efd4a07-9ff0-4e22-a80e-a43a1fe04586" providerId="ADAL" clId="{058FE50F-66D3-44F8-8C38-A39D2101158D}" dt="2026-10-22T12:31:54.173" v="199" actId="26606"/>
          <ac:spMkLst>
            <pc:docMk/>
            <pc:sldMk cId="0" sldId="280"/>
            <ac:spMk id="7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22:51.309" v="192" actId="26606"/>
          <ac:spMkLst>
            <pc:docMk/>
            <pc:sldMk cId="0" sldId="280"/>
            <ac:spMk id="8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27:50.696" v="195" actId="26606"/>
          <ac:spMkLst>
            <pc:docMk/>
            <pc:sldMk cId="0" sldId="280"/>
            <ac:spMk id="9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27:50.696" v="195" actId="26606"/>
          <ac:spMkLst>
            <pc:docMk/>
            <pc:sldMk cId="0" sldId="280"/>
            <ac:spMk id="10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27:50.696" v="195" actId="26606"/>
          <ac:spMkLst>
            <pc:docMk/>
            <pc:sldMk cId="0" sldId="280"/>
            <ac:spMk id="11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27:50.696" v="195" actId="26606"/>
          <ac:spMkLst>
            <pc:docMk/>
            <pc:sldMk cId="0" sldId="280"/>
            <ac:spMk id="1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31:54.173" v="199" actId="26606"/>
          <ac:spMkLst>
            <pc:docMk/>
            <pc:sldMk cId="0" sldId="280"/>
            <ac:spMk id="13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22:51.309" v="192" actId="26606"/>
          <ac:spMkLst>
            <pc:docMk/>
            <pc:sldMk cId="0" sldId="280"/>
            <ac:spMk id="14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27:50.696" v="195" actId="26606"/>
          <ac:spMkLst>
            <pc:docMk/>
            <pc:sldMk cId="0" sldId="280"/>
            <ac:spMk id="15" creationId="{00000000-0000-0000-0000-000000000000}"/>
          </ac:spMkLst>
        </pc:spChg>
        <pc:spChg chg="del">
          <ac:chgData name="Hector Jacome" userId="1efd4a07-9ff0-4e22-a80e-a43a1fe04586" providerId="ADAL" clId="{058FE50F-66D3-44F8-8C38-A39D2101158D}" dt="2026-10-22T12:27:50.696" v="195" actId="26606"/>
          <ac:spMkLst>
            <pc:docMk/>
            <pc:sldMk cId="0" sldId="280"/>
            <ac:spMk id="16" creationId="{00000000-0000-0000-0000-000000000000}"/>
          </ac:spMkLst>
        </pc:spChg>
        <pc:spChg chg="del mod">
          <ac:chgData name="Hector Jacome" userId="1efd4a07-9ff0-4e22-a80e-a43a1fe04586" providerId="ADAL" clId="{058FE50F-66D3-44F8-8C38-A39D2101158D}" dt="2026-10-22T12:27:50.696" v="195" actId="26606"/>
          <ac:spMkLst>
            <pc:docMk/>
            <pc:sldMk cId="0" sldId="280"/>
            <ac:spMk id="17" creationId="{00000000-0000-0000-0000-000000000000}"/>
          </ac:spMkLst>
        </pc:spChg>
        <pc:spChg chg="del mod">
          <ac:chgData name="Hector Jacome" userId="1efd4a07-9ff0-4e22-a80e-a43a1fe04586" providerId="ADAL" clId="{058FE50F-66D3-44F8-8C38-A39D2101158D}" dt="2026-10-22T12:27:50.696" v="195" actId="26606"/>
          <ac:spMkLst>
            <pc:docMk/>
            <pc:sldMk cId="0" sldId="280"/>
            <ac:spMk id="18" creationId="{00000000-0000-0000-0000-000000000000}"/>
          </ac:spMkLst>
        </pc:spChg>
        <pc:graphicFrameChg chg="mod">
          <ac:chgData name="Hector Jacome" userId="1efd4a07-9ff0-4e22-a80e-a43a1fe04586" providerId="ADAL" clId="{058FE50F-66D3-44F8-8C38-A39D2101158D}" dt="2026-10-22T12:32:01.224" v="200" actId="26606"/>
          <ac:graphicFrameMkLst>
            <pc:docMk/>
            <pc:sldMk cId="0" sldId="280"/>
            <ac:graphicFrameMk id="5" creationId="{00000000-0000-0000-0000-000000000000}"/>
          </ac:graphicFrameMkLst>
        </pc:graphicFrameChg>
      </pc:sldChg>
      <pc:sldChg chg="modSp add mod">
        <pc:chgData name="Hector Jacome" userId="1efd4a07-9ff0-4e22-a80e-a43a1fe04586" providerId="ADAL" clId="{058FE50F-66D3-44F8-8C38-A39D2101158D}" dt="2026-10-22T12:27:50.696" v="195" actId="26606"/>
        <pc:sldMkLst>
          <pc:docMk/>
          <pc:sldMk cId="0" sldId="281"/>
        </pc:sldMkLst>
        <pc:spChg chg="mod">
          <ac:chgData name="Hector Jacome" userId="1efd4a07-9ff0-4e22-a80e-a43a1fe04586" providerId="ADAL" clId="{058FE50F-66D3-44F8-8C38-A39D2101158D}" dt="2026-10-22T12:27:50.696" v="195" actId="26606"/>
          <ac:spMkLst>
            <pc:docMk/>
            <pc:sldMk cId="0" sldId="281"/>
            <ac:spMk id="2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27:50.696" v="195" actId="26606"/>
          <ac:spMkLst>
            <pc:docMk/>
            <pc:sldMk cId="0" sldId="281"/>
            <ac:spMk id="39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27:50.696" v="195" actId="26606"/>
          <ac:spMkLst>
            <pc:docMk/>
            <pc:sldMk cId="0" sldId="281"/>
            <ac:spMk id="40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27:50.696" v="195" actId="26606"/>
          <ac:spMkLst>
            <pc:docMk/>
            <pc:sldMk cId="0" sldId="281"/>
            <ac:spMk id="41" creationId="{00000000-0000-0000-0000-000000000000}"/>
          </ac:spMkLst>
        </pc:spChg>
      </pc:sldChg>
      <pc:sldChg chg="add del">
        <pc:chgData name="Hector Jacome" userId="1efd4a07-9ff0-4e22-a80e-a43a1fe04586" providerId="ADAL" clId="{058FE50F-66D3-44F8-8C38-A39D2101158D}" dt="2026-10-22T12:48:15.398" v="203"/>
        <pc:sldMkLst>
          <pc:docMk/>
          <pc:sldMk cId="0" sldId="324"/>
        </pc:sldMkLst>
      </pc:sldChg>
      <pc:sldChg chg="add">
        <pc:chgData name="Hector Jacome" userId="1efd4a07-9ff0-4e22-a80e-a43a1fe04586" providerId="ADAL" clId="{058FE50F-66D3-44F8-8C38-A39D2101158D}" dt="2026-10-22T12:54:56.931" v="204" actId="26606"/>
        <pc:sldMkLst>
          <pc:docMk/>
          <pc:sldMk cId="1603956048" sldId="325"/>
        </pc:sldMkLst>
      </pc:sldChg>
      <pc:sldChg chg="add">
        <pc:chgData name="Hector Jacome" userId="1efd4a07-9ff0-4e22-a80e-a43a1fe04586" providerId="ADAL" clId="{058FE50F-66D3-44F8-8C38-A39D2101158D}" dt="2026-10-22T12:54:56.931" v="204" actId="26606"/>
        <pc:sldMkLst>
          <pc:docMk/>
          <pc:sldMk cId="0" sldId="326"/>
        </pc:sldMkLst>
      </pc:sldChg>
      <pc:sldChg chg="modSp add mod">
        <pc:chgData name="Hector Jacome" userId="1efd4a07-9ff0-4e22-a80e-a43a1fe04586" providerId="ADAL" clId="{058FE50F-66D3-44F8-8C38-A39D2101158D}" dt="2026-10-22T12:55:34.551" v="206" actId="26606"/>
        <pc:sldMkLst>
          <pc:docMk/>
          <pc:sldMk cId="0" sldId="327"/>
        </pc:sldMkLst>
        <pc:graphicFrameChg chg="mod modGraphic">
          <ac:chgData name="Hector Jacome" userId="1efd4a07-9ff0-4e22-a80e-a43a1fe04586" providerId="ADAL" clId="{058FE50F-66D3-44F8-8C38-A39D2101158D}" dt="2026-10-22T12:55:34.551" v="206" actId="26606"/>
          <ac:graphicFrameMkLst>
            <pc:docMk/>
            <pc:sldMk cId="0" sldId="327"/>
            <ac:graphicFrameMk id="23" creationId="{00000000-0000-0000-0000-000000000000}"/>
          </ac:graphicFrameMkLst>
        </pc:graphicFrameChg>
      </pc:sldChg>
      <pc:sldChg chg="add">
        <pc:chgData name="Hector Jacome" userId="1efd4a07-9ff0-4e22-a80e-a43a1fe04586" providerId="ADAL" clId="{058FE50F-66D3-44F8-8C38-A39D2101158D}" dt="2026-10-22T12:54:56.931" v="204" actId="26606"/>
        <pc:sldMkLst>
          <pc:docMk/>
          <pc:sldMk cId="0" sldId="328"/>
        </pc:sldMkLst>
      </pc:sldChg>
      <pc:sldChg chg="modSp add mod">
        <pc:chgData name="Hector Jacome" userId="1efd4a07-9ff0-4e22-a80e-a43a1fe04586" providerId="ADAL" clId="{058FE50F-66D3-44F8-8C38-A39D2101158D}" dt="2026-10-22T13:03:07.835" v="209" actId="26606"/>
        <pc:sldMkLst>
          <pc:docMk/>
          <pc:sldMk cId="1603956048" sldId="329"/>
        </pc:sldMkLst>
        <pc:spChg chg="mod">
          <ac:chgData name="Hector Jacome" userId="1efd4a07-9ff0-4e22-a80e-a43a1fe04586" providerId="ADAL" clId="{058FE50F-66D3-44F8-8C38-A39D2101158D}" dt="2026-10-22T13:03:07.835" v="209" actId="26606"/>
          <ac:spMkLst>
            <pc:docMk/>
            <pc:sldMk cId="1603956048" sldId="329"/>
            <ac:spMk id="4" creationId="{5924D015-226B-1011-280A-6A2B42B69F85}"/>
          </ac:spMkLst>
        </pc:spChg>
      </pc:sldChg>
      <pc:sldChg chg="addSp modSp add mod">
        <pc:chgData name="Hector Jacome" userId="1efd4a07-9ff0-4e22-a80e-a43a1fe04586" providerId="ADAL" clId="{058FE50F-66D3-44F8-8C38-A39D2101158D}" dt="2026-10-22T13:03:07.835" v="209" actId="26606"/>
        <pc:sldMkLst>
          <pc:docMk/>
          <pc:sldMk cId="0" sldId="330"/>
        </pc:sldMkLst>
        <pc:spChg chg="mod">
          <ac:chgData name="Hector Jacome" userId="1efd4a07-9ff0-4e22-a80e-a43a1fe04586" providerId="ADAL" clId="{058FE50F-66D3-44F8-8C38-A39D2101158D}" dt="2026-10-22T13:03:07.835" v="209" actId="26606"/>
          <ac:spMkLst>
            <pc:docMk/>
            <pc:sldMk cId="0" sldId="330"/>
            <ac:spMk id="1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3:07.835" v="209" actId="26606"/>
          <ac:spMkLst>
            <pc:docMk/>
            <pc:sldMk cId="0" sldId="330"/>
            <ac:spMk id="26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3:07.835" v="209" actId="26606"/>
          <ac:spMkLst>
            <pc:docMk/>
            <pc:sldMk cId="0" sldId="330"/>
            <ac:spMk id="29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3:07.835" v="209" actId="26606"/>
          <ac:spMkLst>
            <pc:docMk/>
            <pc:sldMk cId="0" sldId="330"/>
            <ac:spMk id="31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3:07.835" v="209" actId="26606"/>
          <ac:spMkLst>
            <pc:docMk/>
            <pc:sldMk cId="0" sldId="330"/>
            <ac:spMk id="43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3:07.835" v="209" actId="26606"/>
          <ac:spMkLst>
            <pc:docMk/>
            <pc:sldMk cId="0" sldId="330"/>
            <ac:spMk id="44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3:07.835" v="209" actId="26606"/>
          <ac:spMkLst>
            <pc:docMk/>
            <pc:sldMk cId="0" sldId="330"/>
            <ac:spMk id="50" creationId="{00000000-0000-0000-0000-000000000000}"/>
          </ac:spMkLst>
        </pc:spChg>
        <pc:spChg chg="add">
          <ac:chgData name="Hector Jacome" userId="1efd4a07-9ff0-4e22-a80e-a43a1fe04586" providerId="ADAL" clId="{058FE50F-66D3-44F8-8C38-A39D2101158D}" dt="2026-10-22T13:03:07.835" v="209" actId="26606"/>
          <ac:spMkLst>
            <pc:docMk/>
            <pc:sldMk cId="0" sldId="330"/>
            <ac:spMk id="62" creationId="{00000000-0000-0000-0000-000000000000}"/>
          </ac:spMkLst>
        </pc:spChg>
        <pc:spChg chg="add">
          <ac:chgData name="Hector Jacome" userId="1efd4a07-9ff0-4e22-a80e-a43a1fe04586" providerId="ADAL" clId="{058FE50F-66D3-44F8-8C38-A39D2101158D}" dt="2026-10-22T13:03:07.835" v="209" actId="26606"/>
          <ac:spMkLst>
            <pc:docMk/>
            <pc:sldMk cId="0" sldId="330"/>
            <ac:spMk id="71" creationId="{00000000-0000-0000-0000-000000000000}"/>
          </ac:spMkLst>
        </pc:spChg>
        <pc:spChg chg="add">
          <ac:chgData name="Hector Jacome" userId="1efd4a07-9ff0-4e22-a80e-a43a1fe04586" providerId="ADAL" clId="{058FE50F-66D3-44F8-8C38-A39D2101158D}" dt="2026-10-22T13:03:07.835" v="209" actId="26606"/>
          <ac:spMkLst>
            <pc:docMk/>
            <pc:sldMk cId="0" sldId="330"/>
            <ac:spMk id="75" creationId="{00000000-0000-0000-0000-000000000000}"/>
          </ac:spMkLst>
        </pc:spChg>
      </pc:sldChg>
      <pc:sldChg chg="addSp modSp add mod">
        <pc:chgData name="Hector Jacome" userId="1efd4a07-9ff0-4e22-a80e-a43a1fe04586" providerId="ADAL" clId="{058FE50F-66D3-44F8-8C38-A39D2101158D}" dt="2026-10-22T13:03:45.553" v="211" actId="26606"/>
        <pc:sldMkLst>
          <pc:docMk/>
          <pc:sldMk cId="0" sldId="331"/>
        </pc:sldMkLst>
        <pc:spChg chg="mod">
          <ac:chgData name="Hector Jacome" userId="1efd4a07-9ff0-4e22-a80e-a43a1fe04586" providerId="ADAL" clId="{058FE50F-66D3-44F8-8C38-A39D2101158D}" dt="2026-10-22T13:03:07.835" v="209" actId="26606"/>
          <ac:spMkLst>
            <pc:docMk/>
            <pc:sldMk cId="0" sldId="331"/>
            <ac:spMk id="3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3:07.835" v="209" actId="26606"/>
          <ac:spMkLst>
            <pc:docMk/>
            <pc:sldMk cId="0" sldId="331"/>
            <ac:spMk id="24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3:45.553" v="211" actId="26606"/>
          <ac:spMkLst>
            <pc:docMk/>
            <pc:sldMk cId="0" sldId="331"/>
            <ac:spMk id="25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3:45.553" v="211" actId="26606"/>
          <ac:spMkLst>
            <pc:docMk/>
            <pc:sldMk cId="0" sldId="331"/>
            <ac:spMk id="27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3:45.553" v="211" actId="26606"/>
          <ac:spMkLst>
            <pc:docMk/>
            <pc:sldMk cId="0" sldId="331"/>
            <ac:spMk id="29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3:07.835" v="209" actId="26606"/>
          <ac:spMkLst>
            <pc:docMk/>
            <pc:sldMk cId="0" sldId="331"/>
            <ac:spMk id="31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3:45.553" v="211" actId="26606"/>
          <ac:spMkLst>
            <pc:docMk/>
            <pc:sldMk cId="0" sldId="331"/>
            <ac:spMk id="34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3:45.553" v="211" actId="26606"/>
          <ac:spMkLst>
            <pc:docMk/>
            <pc:sldMk cId="0" sldId="331"/>
            <ac:spMk id="37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3:45.553" v="211" actId="26606"/>
          <ac:spMkLst>
            <pc:docMk/>
            <pc:sldMk cId="0" sldId="331"/>
            <ac:spMk id="39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3:45.553" v="211" actId="26606"/>
          <ac:spMkLst>
            <pc:docMk/>
            <pc:sldMk cId="0" sldId="331"/>
            <ac:spMk id="40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3:45.553" v="211" actId="26606"/>
          <ac:spMkLst>
            <pc:docMk/>
            <pc:sldMk cId="0" sldId="331"/>
            <ac:spMk id="43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3:07.835" v="209" actId="26606"/>
          <ac:spMkLst>
            <pc:docMk/>
            <pc:sldMk cId="0" sldId="331"/>
            <ac:spMk id="44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3:45.553" v="211" actId="26606"/>
          <ac:spMkLst>
            <pc:docMk/>
            <pc:sldMk cId="0" sldId="331"/>
            <ac:spMk id="45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3:45.553" v="211" actId="26606"/>
          <ac:spMkLst>
            <pc:docMk/>
            <pc:sldMk cId="0" sldId="331"/>
            <ac:spMk id="47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3:07.835" v="209" actId="26606"/>
          <ac:spMkLst>
            <pc:docMk/>
            <pc:sldMk cId="0" sldId="331"/>
            <ac:spMk id="48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3:07.835" v="209" actId="26606"/>
          <ac:spMkLst>
            <pc:docMk/>
            <pc:sldMk cId="0" sldId="331"/>
            <ac:spMk id="58" creationId="{00000000-0000-0000-0000-000000000000}"/>
          </ac:spMkLst>
        </pc:spChg>
        <pc:spChg chg="add">
          <ac:chgData name="Hector Jacome" userId="1efd4a07-9ff0-4e22-a80e-a43a1fe04586" providerId="ADAL" clId="{058FE50F-66D3-44F8-8C38-A39D2101158D}" dt="2026-10-22T13:03:07.835" v="209" actId="26606"/>
          <ac:spMkLst>
            <pc:docMk/>
            <pc:sldMk cId="0" sldId="331"/>
            <ac:spMk id="62" creationId="{00000000-0000-0000-0000-000000000000}"/>
          </ac:spMkLst>
        </pc:spChg>
        <pc:spChg chg="add">
          <ac:chgData name="Hector Jacome" userId="1efd4a07-9ff0-4e22-a80e-a43a1fe04586" providerId="ADAL" clId="{058FE50F-66D3-44F8-8C38-A39D2101158D}" dt="2026-10-22T13:03:07.835" v="209" actId="26606"/>
          <ac:spMkLst>
            <pc:docMk/>
            <pc:sldMk cId="0" sldId="331"/>
            <ac:spMk id="67" creationId="{00000000-0000-0000-0000-000000000000}"/>
          </ac:spMkLst>
        </pc:spChg>
      </pc:sldChg>
      <pc:sldChg chg="addSp modSp add mod">
        <pc:chgData name="Hector Jacome" userId="1efd4a07-9ff0-4e22-a80e-a43a1fe04586" providerId="ADAL" clId="{058FE50F-66D3-44F8-8C38-A39D2101158D}" dt="2026-10-22T13:03:16.347" v="210" actId="26606"/>
        <pc:sldMkLst>
          <pc:docMk/>
          <pc:sldMk cId="0" sldId="332"/>
        </pc:sldMkLst>
        <pc:spChg chg="mod">
          <ac:chgData name="Hector Jacome" userId="1efd4a07-9ff0-4e22-a80e-a43a1fe04586" providerId="ADAL" clId="{058FE50F-66D3-44F8-8C38-A39D2101158D}" dt="2026-10-22T13:03:07.835" v="209" actId="26606"/>
          <ac:spMkLst>
            <pc:docMk/>
            <pc:sldMk cId="0" sldId="332"/>
            <ac:spMk id="3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3:07.835" v="209" actId="26606"/>
          <ac:spMkLst>
            <pc:docMk/>
            <pc:sldMk cId="0" sldId="332"/>
            <ac:spMk id="4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3:07.835" v="209" actId="26606"/>
          <ac:spMkLst>
            <pc:docMk/>
            <pc:sldMk cId="0" sldId="332"/>
            <ac:spMk id="6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3:07.835" v="209" actId="26606"/>
          <ac:spMkLst>
            <pc:docMk/>
            <pc:sldMk cId="0" sldId="332"/>
            <ac:spMk id="7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3:07.835" v="209" actId="26606"/>
          <ac:spMkLst>
            <pc:docMk/>
            <pc:sldMk cId="0" sldId="332"/>
            <ac:spMk id="8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3:07.835" v="209" actId="26606"/>
          <ac:spMkLst>
            <pc:docMk/>
            <pc:sldMk cId="0" sldId="332"/>
            <ac:spMk id="9" creationId="{00000000-0000-0000-0000-000000000000}"/>
          </ac:spMkLst>
        </pc:spChg>
        <pc:spChg chg="add">
          <ac:chgData name="Hector Jacome" userId="1efd4a07-9ff0-4e22-a80e-a43a1fe04586" providerId="ADAL" clId="{058FE50F-66D3-44F8-8C38-A39D2101158D}" dt="2026-10-22T13:03:07.835" v="209" actId="26606"/>
          <ac:spMkLst>
            <pc:docMk/>
            <pc:sldMk cId="0" sldId="332"/>
            <ac:spMk id="10" creationId="{00000000-0000-0000-0000-000000000000}"/>
          </ac:spMkLst>
        </pc:spChg>
        <pc:spChg chg="add">
          <ac:chgData name="Hector Jacome" userId="1efd4a07-9ff0-4e22-a80e-a43a1fe04586" providerId="ADAL" clId="{058FE50F-66D3-44F8-8C38-A39D2101158D}" dt="2026-10-22T13:03:07.835" v="209" actId="26606"/>
          <ac:spMkLst>
            <pc:docMk/>
            <pc:sldMk cId="0" sldId="332"/>
            <ac:spMk id="13" creationId="{00000000-0000-0000-0000-000000000000}"/>
          </ac:spMkLst>
        </pc:spChg>
        <pc:spChg chg="add">
          <ac:chgData name="Hector Jacome" userId="1efd4a07-9ff0-4e22-a80e-a43a1fe04586" providerId="ADAL" clId="{058FE50F-66D3-44F8-8C38-A39D2101158D}" dt="2026-10-22T13:03:07.835" v="209" actId="26606"/>
          <ac:spMkLst>
            <pc:docMk/>
            <pc:sldMk cId="0" sldId="332"/>
            <ac:spMk id="15" creationId="{00000000-0000-0000-0000-000000000000}"/>
          </ac:spMkLst>
        </pc:spChg>
        <pc:spChg chg="add">
          <ac:chgData name="Hector Jacome" userId="1efd4a07-9ff0-4e22-a80e-a43a1fe04586" providerId="ADAL" clId="{058FE50F-66D3-44F8-8C38-A39D2101158D}" dt="2026-10-22T13:03:07.835" v="209" actId="26606"/>
          <ac:spMkLst>
            <pc:docMk/>
            <pc:sldMk cId="0" sldId="332"/>
            <ac:spMk id="16" creationId="{00000000-0000-0000-0000-000000000000}"/>
          </ac:spMkLst>
        </pc:spChg>
        <pc:graphicFrameChg chg="mod modGraphic">
          <ac:chgData name="Hector Jacome" userId="1efd4a07-9ff0-4e22-a80e-a43a1fe04586" providerId="ADAL" clId="{058FE50F-66D3-44F8-8C38-A39D2101158D}" dt="2026-10-22T13:03:16.347" v="210" actId="26606"/>
          <ac:graphicFrameMkLst>
            <pc:docMk/>
            <pc:sldMk cId="0" sldId="332"/>
            <ac:graphicFrameMk id="5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Dashboard concepts are based on the WPM Projects Dashboard and Bowler structure discussed in this conversation.
- Artefacts and Tollgate Closure concept is based on the WPM Playbook five-phase tollgate structure.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on this slide was generated with Microsoft Copilot.
- Executive Dashboard is a design mock-up with illustrative values.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on this slide was generated with Microsoft Copilot.
- Product Summary Dashboard is a design mock-up with illustrative values.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on this slide was generated with Microsoft Copilot.
- Bowler Dashboard is a design mock-up with illustrative values.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Visual on this slide was generated with Microsoft Copilot.
- Project Health Status Dashboard is a design mock-up with illustrative values.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source: Work Placement and Migration Playbook_v2.2.docx, Sections 6–7.
- The five tollgates are TG1 Business case approved; TG2 Project plan sign-off; TG3 Knowledge transfer sign-off; TG4 Hypercare sign-off; TG5 Benefits and BAU sign-off.
- The playbook states that a phase exits only when every condition is evidenced, and evidence must be filed before tollgate review.
- Values on this slide are illustrative design data.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61BB8-7DD3-DE1B-7F40-41AF1CCD1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69280F-D416-1A5F-F6F0-89445EF5D1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C73B5A-2A30-B89F-102B-83C8D5FEE8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Dashboard concepts are based on the WPM Projects Dashboard and Bowler structure discussed in this conversation.
- Artefacts and Tollgate Closure concept is based on the WPM Playbook five-phase tollgate structure.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D2ED41-85C6-812D-E1F9-9A78E9DEF2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16423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098B0-CB63-39DC-4DB2-D39ED2D7D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AEF866-268A-048F-A62F-E0C4CBA30C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B0F37A-2D96-5046-52BC-B6A9A31222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Dashboard concepts are based on the WPM Projects Dashboard and Bowler structure discussed in this conversation.
- Artefacts and Tollgate Closure concept is based on the WPM Playbook five-phase tollgate structure.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0BB585-D74F-6E14-B17D-4D2FB8559C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41918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6FC07-3E15-B800-2945-8DCC0E35B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366815-B4F9-493A-E5E9-55E2D1B220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660C5B-A5BF-2AD3-A940-55D5255B1A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Dashboard concepts are based on the WPM Projects Dashboard and Bowler structure discussed in this conversation.
- Artefacts and Tollgate Closure concept is based on the WPM Playbook five-phase tollgate structure.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6EF2C-EB20-48F7-8D64-8145B13856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33229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52C6E-46A9-CFF7-81FE-D1892B7EEC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E0AAC1-5D19-1B34-25BB-01507C2E73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6EB499-0F56-B74B-D85B-D30D2E758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5074B-BF62-47A0-B746-A8E18E78AE4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8199A-CC29-AA03-34EC-F97F781A5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4A3E15-1B91-44DC-7124-E2075B646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53079-A93C-44FC-94BD-7ADC60113F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0727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46B1A-6202-D076-E3B3-3DD631B64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6F411-63E9-C8F6-ACA1-6B4508DF1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D21FBE-0CCE-DA9B-7787-41B57577A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5074B-BF62-47A0-B746-A8E18E78AE46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C384C-48AB-FC34-4374-EB2BE0168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AD3B4-DEB7-7A7F-6FB3-507D91CB3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53079-A93C-44FC-94BD-7ADC60113F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9303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12193200" cy="6861600"/>
          </a:xfrm>
          <a:solidFill>
            <a:schemeClr val="accent3"/>
          </a:solidFill>
        </p:spPr>
        <p:txBody>
          <a:bodyPr lIns="144000" tIns="108000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here and insert picture via Templafy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00063" y="2492375"/>
            <a:ext cx="5595937" cy="1816100"/>
          </a:xfrm>
        </p:spPr>
        <p:txBody>
          <a:bodyPr anchor="t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0053EA21-14DD-464D-95CF-F4D04D57A47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9669" y="6112252"/>
            <a:ext cx="2629369" cy="140506"/>
          </a:xfrm>
        </p:spPr>
        <p:txBody>
          <a:bodyPr/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presenter’s name and surname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922A9B-8A21-4C62-B8E0-4E57BCB7F23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01726" y="6247262"/>
            <a:ext cx="2627312" cy="140910"/>
          </a:xfrm>
        </p:spPr>
        <p:txBody>
          <a:bodyPr wrap="none" lIns="0" tIns="0" rIns="0" bIns="0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0" name="Logo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9784233" y="6057019"/>
            <a:ext cx="1905001" cy="426384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GB" noProof="0"/>
              <a:t>.</a:t>
            </a:r>
          </a:p>
        </p:txBody>
      </p:sp>
      <p:sp>
        <p:nvSpPr>
          <p:cNvPr id="19" name="Footer Placeholder 18" hidden="1">
            <a:extLst>
              <a:ext uri="{FF2B5EF4-FFF2-40B4-BE49-F238E27FC236}">
                <a16:creationId xmlns:a16="http://schemas.microsoft.com/office/drawing/2014/main" id="{EF117A4B-54AF-45DE-842B-8168C527210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20" name="Slide Number Placeholder 19" hidden="1">
            <a:extLst>
              <a:ext uri="{FF2B5EF4-FFF2-40B4-BE49-F238E27FC236}">
                <a16:creationId xmlns:a16="http://schemas.microsoft.com/office/drawing/2014/main" id="{6BB5F837-CD41-4FEA-B45A-2B3A60DC7C2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87235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00063" y="2732088"/>
            <a:ext cx="5473700" cy="1816100"/>
          </a:xfrm>
        </p:spPr>
        <p:txBody>
          <a:bodyPr anchor="t"/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6218238" y="492125"/>
            <a:ext cx="5472112" cy="5145088"/>
          </a:xfrm>
          <a:noFill/>
        </p:spPr>
        <p:txBody>
          <a:bodyPr lIns="144000" tIns="108000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GB"/>
              <a:t>Click here and insert picture via Templafy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0053EA21-14DD-464D-95CF-F4D04D57A47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9669" y="6112252"/>
            <a:ext cx="2629369" cy="140506"/>
          </a:xfrm>
        </p:spPr>
        <p:txBody>
          <a:bodyPr/>
          <a:lstStyle>
            <a:lvl1pPr marL="0" indent="0"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Insert presenter’s name and surname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922A9B-8A21-4C62-B8E0-4E57BCB7F23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01726" y="6247262"/>
            <a:ext cx="2627312" cy="140910"/>
          </a:xfrm>
        </p:spPr>
        <p:txBody>
          <a:bodyPr wrap="none"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A7553E4-9495-4C62-83B3-76F11C412F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6747" y="6057799"/>
            <a:ext cx="1905000" cy="425604"/>
          </a:xfrm>
          <a:prstGeom prst="rect">
            <a:avLst/>
          </a:prstGeom>
        </p:spPr>
      </p:pic>
      <p:sp>
        <p:nvSpPr>
          <p:cNvPr id="19" name="Footer Placeholder 18" hidden="1">
            <a:extLst>
              <a:ext uri="{FF2B5EF4-FFF2-40B4-BE49-F238E27FC236}">
                <a16:creationId xmlns:a16="http://schemas.microsoft.com/office/drawing/2014/main" id="{EF117A4B-54AF-45DE-842B-8168C527210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20" name="Slide Number Placeholder 19" hidden="1">
            <a:extLst>
              <a:ext uri="{FF2B5EF4-FFF2-40B4-BE49-F238E27FC236}">
                <a16:creationId xmlns:a16="http://schemas.microsoft.com/office/drawing/2014/main" id="{6BB5F837-CD41-4FEA-B45A-2B3A60DC7C2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86949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00063" y="2732088"/>
            <a:ext cx="5473700" cy="1816100"/>
          </a:xfrm>
        </p:spPr>
        <p:txBody>
          <a:bodyPr anchor="t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0053EA21-14DD-464D-95CF-F4D04D57A47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940" y="6112252"/>
            <a:ext cx="2629369" cy="140506"/>
          </a:xfrm>
        </p:spPr>
        <p:txBody>
          <a:bodyPr/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presenter’s name and surname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922A9B-8A21-4C62-B8E0-4E57BCB7F23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00997" y="6247262"/>
            <a:ext cx="2627312" cy="140910"/>
          </a:xfrm>
        </p:spPr>
        <p:txBody>
          <a:bodyPr wrap="none" lIns="0" tIns="0" rIns="0" bIns="0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9" name="Footer Placeholder 18" hidden="1">
            <a:extLst>
              <a:ext uri="{FF2B5EF4-FFF2-40B4-BE49-F238E27FC236}">
                <a16:creationId xmlns:a16="http://schemas.microsoft.com/office/drawing/2014/main" id="{EF117A4B-54AF-45DE-842B-8168C527210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20" name="Slide Number Placeholder 19" hidden="1">
            <a:extLst>
              <a:ext uri="{FF2B5EF4-FFF2-40B4-BE49-F238E27FC236}">
                <a16:creationId xmlns:a16="http://schemas.microsoft.com/office/drawing/2014/main" id="{6BB5F837-CD41-4FEA-B45A-2B3A60DC7C2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.</a:t>
            </a:r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7048F7A2-A910-4758-AA3D-CD67AF0CDE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6747" y="6057799"/>
            <a:ext cx="1904400" cy="425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671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A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501649"/>
            <a:ext cx="11190287" cy="9302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Click to add agenda/contents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500062" y="1943100"/>
            <a:ext cx="954087" cy="3701025"/>
          </a:xfr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bg1"/>
                </a:solidFill>
                <a:latin typeface="+mn-lt"/>
              </a:defRPr>
            </a:lvl3pPr>
            <a:lvl4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4pPr>
            <a:lvl5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bg1"/>
                </a:solidFill>
                <a:latin typeface="+mn-lt"/>
              </a:defRPr>
            </a:lvl5pPr>
            <a:lvl6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6pPr>
            <a:lvl7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bg1"/>
                </a:solidFill>
                <a:latin typeface="+mn-lt"/>
              </a:defRPr>
            </a:lvl7pPr>
            <a:lvl8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8pPr>
            <a:lvl9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1.00</a:t>
            </a:r>
          </a:p>
          <a:p>
            <a:pPr lvl="1"/>
            <a:r>
              <a:rPr lang="en-GB" noProof="0"/>
              <a:t>2.00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5"/>
            <a:r>
              <a:rPr lang="en-GB" noProof="0"/>
              <a:t>6</a:t>
            </a:r>
          </a:p>
          <a:p>
            <a:pPr lvl="6"/>
            <a:r>
              <a:rPr lang="en-GB" noProof="0"/>
              <a:t>7</a:t>
            </a:r>
          </a:p>
          <a:p>
            <a:pPr lvl="7"/>
            <a:r>
              <a:rPr lang="en-GB" noProof="0"/>
              <a:t>8</a:t>
            </a:r>
          </a:p>
          <a:p>
            <a:pPr lvl="8"/>
            <a:r>
              <a:rPr lang="en-GB" noProof="0"/>
              <a:t>9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7C354DE8-B49E-4B51-91DD-A34B6B5B17F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71637" y="1943100"/>
            <a:ext cx="4546601" cy="3701025"/>
          </a:xfr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bg1"/>
                </a:solidFill>
                <a:latin typeface="+mn-lt"/>
              </a:defRPr>
            </a:lvl3pPr>
            <a:lvl4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4pPr>
            <a:lvl5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bg1"/>
                </a:solidFill>
                <a:latin typeface="+mn-lt"/>
              </a:defRPr>
            </a:lvl5pPr>
            <a:lvl6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</a:defRPr>
            </a:lvl6pPr>
            <a:lvl7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bg1"/>
                </a:solidFill>
              </a:defRPr>
            </a:lvl7pPr>
            <a:lvl8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</a:defRPr>
            </a:lvl8pPr>
            <a:lvl9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5"/>
            <a:r>
              <a:rPr lang="en-GB" noProof="0"/>
              <a:t>6</a:t>
            </a:r>
          </a:p>
          <a:p>
            <a:pPr lvl="6"/>
            <a:r>
              <a:rPr lang="en-GB" noProof="0"/>
              <a:t>7</a:t>
            </a:r>
          </a:p>
          <a:p>
            <a:pPr lvl="7"/>
            <a:r>
              <a:rPr lang="en-GB" noProof="0"/>
              <a:t>8</a:t>
            </a:r>
          </a:p>
          <a:p>
            <a:pPr lvl="8"/>
            <a:r>
              <a:rPr lang="en-GB" noProof="0"/>
              <a:t>9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622D19-DC71-4F90-AA62-D86E2AFEADC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AFC17B-5A74-4635-AFC9-1AEF4686313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D98D28-9108-4EC2-92D0-619C856BFF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9676" y="6134617"/>
            <a:ext cx="1435438" cy="320697"/>
          </a:xfrm>
          <a:prstGeom prst="rect">
            <a:avLst/>
          </a:prstGeom>
        </p:spPr>
      </p:pic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10320B85-9075-4BE3-80FE-A4FBA5B8941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7176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501649"/>
            <a:ext cx="11190287" cy="9302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to add agenda/contents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500062" y="1943101"/>
            <a:ext cx="954087" cy="3696826"/>
          </a:xfr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4pPr>
            <a:lvl5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6pPr>
            <a:lvl7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8pPr>
            <a:lvl9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1.00</a:t>
            </a:r>
          </a:p>
          <a:p>
            <a:pPr lvl="1"/>
            <a:r>
              <a:rPr lang="en-GB" noProof="0"/>
              <a:t>2.00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5"/>
            <a:r>
              <a:rPr lang="en-GB" noProof="0"/>
              <a:t>6</a:t>
            </a:r>
          </a:p>
          <a:p>
            <a:pPr lvl="6"/>
            <a:r>
              <a:rPr lang="en-GB" noProof="0"/>
              <a:t>7</a:t>
            </a:r>
          </a:p>
          <a:p>
            <a:pPr lvl="7"/>
            <a:r>
              <a:rPr lang="en-GB" noProof="0"/>
              <a:t>8</a:t>
            </a:r>
          </a:p>
          <a:p>
            <a:pPr lvl="8"/>
            <a:r>
              <a:rPr lang="en-GB" noProof="0"/>
              <a:t>9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7C354DE8-B49E-4B51-91DD-A34B6B5B17F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71637" y="1943101"/>
            <a:ext cx="4546601" cy="3696826"/>
          </a:xfr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4pPr>
            <a:lvl5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</a:defRPr>
            </a:lvl6pPr>
            <a:lvl7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</a:defRPr>
            </a:lvl7pPr>
            <a:lvl8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</a:defRPr>
            </a:lvl8pPr>
            <a:lvl9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5"/>
            <a:r>
              <a:rPr lang="en-GB" noProof="0"/>
              <a:t>6</a:t>
            </a:r>
          </a:p>
          <a:p>
            <a:pPr lvl="6"/>
            <a:r>
              <a:rPr lang="en-GB" noProof="0"/>
              <a:t>7</a:t>
            </a:r>
          </a:p>
          <a:p>
            <a:pPr lvl="7"/>
            <a:r>
              <a:rPr lang="en-GB" noProof="0"/>
              <a:t>8</a:t>
            </a:r>
          </a:p>
          <a:p>
            <a:pPr lvl="8"/>
            <a:r>
              <a:rPr lang="en-GB" noProof="0"/>
              <a:t>9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622D19-DC71-4F90-AA62-D86E2AFEADC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AFC17B-5A74-4635-AFC9-1AEF4686313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10320B85-9075-4BE3-80FE-A4FBA5B8941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6924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76334-9261-4B58-9174-1059920D6C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0400" y="501649"/>
            <a:ext cx="5484476" cy="1990726"/>
          </a:xfrm>
        </p:spPr>
        <p:txBody>
          <a:bodyPr/>
          <a:lstStyle>
            <a:lvl1pPr marL="0" indent="0">
              <a:buFontTx/>
              <a:buNone/>
              <a:tabLst>
                <a:tab pos="936000" algn="l"/>
              </a:tabLst>
              <a:defRPr sz="4000"/>
            </a:lvl1pPr>
          </a:lstStyle>
          <a:p>
            <a:r>
              <a:rPr lang="en-GB" noProof="0"/>
              <a:t>Click to add title, tab for first line indent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97E6BB-0526-4ECF-A7B6-F012FA93D06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AE9849-36F9-4EC3-BE81-D2FC41D399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CB67E9-4625-4D5C-A0BB-D895986FA29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BAD38D-0859-4790-A878-F926B90F35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14825" y="3521075"/>
            <a:ext cx="7375525" cy="2116138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Char char="​"/>
              <a:defRPr sz="2400">
                <a:latin typeface="+mj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>
                <a:solidFill>
                  <a:schemeClr val="accent1"/>
                </a:solidFill>
                <a:latin typeface="+mj-lt"/>
              </a:defRPr>
            </a:lvl2pPr>
            <a:lvl3pPr marL="180000" indent="-180000">
              <a:defRPr sz="16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6603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501649"/>
            <a:ext cx="6675437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quarter" idx="13" hasCustomPrompt="1"/>
          </p:nvPr>
        </p:nvSpPr>
        <p:spPr>
          <a:xfrm>
            <a:off x="500063" y="1943100"/>
            <a:ext cx="6675437" cy="36941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3" name="Picture Placeholder 3"/>
          <p:cNvSpPr>
            <a:spLocks noGrp="1"/>
          </p:cNvSpPr>
          <p:nvPr>
            <p:ph type="pic" sz="quarter" idx="14" hasCustomPrompt="1"/>
          </p:nvPr>
        </p:nvSpPr>
        <p:spPr>
          <a:xfrm>
            <a:off x="8129587" y="501650"/>
            <a:ext cx="3560763" cy="5135563"/>
          </a:xfrm>
        </p:spPr>
        <p:txBody>
          <a:bodyPr tIns="72000" anchor="t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 via Templafy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6DACA2-719F-4647-9BA8-281A8F2BFCA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AB2A36-6220-480C-B58F-CFF0A15787C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BC8FE318-906F-4EA5-9B25-B9CA2667912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5453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501649"/>
            <a:ext cx="11188700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quarter" idx="13" hasCustomPrompt="1"/>
          </p:nvPr>
        </p:nvSpPr>
        <p:spPr>
          <a:xfrm>
            <a:off x="500063" y="1943100"/>
            <a:ext cx="6675437" cy="36941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3" name="Picture Placeholder 3"/>
          <p:cNvSpPr>
            <a:spLocks noGrp="1"/>
          </p:cNvSpPr>
          <p:nvPr>
            <p:ph type="pic" sz="quarter" idx="14" hasCustomPrompt="1"/>
          </p:nvPr>
        </p:nvSpPr>
        <p:spPr>
          <a:xfrm>
            <a:off x="8129587" y="1943100"/>
            <a:ext cx="3560763" cy="3694113"/>
          </a:xfrm>
        </p:spPr>
        <p:txBody>
          <a:bodyPr tIns="72000" anchor="t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 via Templafy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6DACA2-719F-4647-9BA8-281A8F2BFCA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AB2A36-6220-480C-B58F-CFF0A15787C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BC8FE318-906F-4EA5-9B25-B9CA2667912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5054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501649"/>
            <a:ext cx="11190287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00063" y="1943099"/>
            <a:ext cx="5464800" cy="3694879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25550" y="1943099"/>
            <a:ext cx="5464800" cy="3694879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8C6ED01-FBEF-43FA-9DEC-6C188F0B999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6BDAC3-1A7D-4E21-85A0-10315A7DA9F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3196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501649"/>
            <a:ext cx="11190287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00063" y="1943100"/>
            <a:ext cx="3578225" cy="3694878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314825" y="1943100"/>
            <a:ext cx="7375525" cy="3694878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8C6ED01-FBEF-43FA-9DEC-6C188F0B999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6BDAC3-1A7D-4E21-85A0-10315A7DA9F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86885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501649"/>
            <a:ext cx="6675437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quarter" idx="13" hasCustomPrompt="1"/>
          </p:nvPr>
        </p:nvSpPr>
        <p:spPr>
          <a:xfrm>
            <a:off x="500063" y="1943101"/>
            <a:ext cx="6675437" cy="1485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3" name="Picture Placeholder 3"/>
          <p:cNvSpPr>
            <a:spLocks noGrp="1"/>
          </p:cNvSpPr>
          <p:nvPr>
            <p:ph type="pic" sz="quarter" idx="14" hasCustomPrompt="1"/>
          </p:nvPr>
        </p:nvSpPr>
        <p:spPr>
          <a:xfrm>
            <a:off x="8129587" y="501650"/>
            <a:ext cx="3560763" cy="5135563"/>
          </a:xfrm>
        </p:spPr>
        <p:txBody>
          <a:bodyPr tIns="72000" anchor="t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 via Templafy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6DACA2-719F-4647-9BA8-281A8F2BFCA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AB2A36-6220-480C-B58F-CFF0A15787C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BC8FE318-906F-4EA5-9B25-B9CA2667912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A9E8C0B-1C97-4D16-9DD8-EB4FE101D0F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93714" y="4070350"/>
            <a:ext cx="6675436" cy="156686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25641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501649"/>
            <a:ext cx="11209537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00063" y="1950097"/>
            <a:ext cx="3560736" cy="3687881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326138" y="1950097"/>
            <a:ext cx="3560736" cy="3687881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43327ACD-F89A-484C-8B15-F2161D2D5BC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31175" y="1968500"/>
            <a:ext cx="3559175" cy="3669478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8C6ED01-FBEF-43FA-9DEC-6C188F0B999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6BDAC3-1A7D-4E21-85A0-10315A7DA9F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49735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501649"/>
            <a:ext cx="11209537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00063" y="1950097"/>
            <a:ext cx="2620800" cy="3687881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360738" y="1950097"/>
            <a:ext cx="2619375" cy="3687881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43327ACD-F89A-484C-8B15-F2161D2D5BC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19989" y="1950097"/>
            <a:ext cx="2619375" cy="3687881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8C6ED01-FBEF-43FA-9DEC-6C188F0B999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6BDAC3-1A7D-4E21-85A0-10315A7DA9F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8059DA8A-4391-4F2F-8A22-F32154823E87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9069388" y="1950097"/>
            <a:ext cx="2619375" cy="3687881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268926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 with numbers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4" y="412442"/>
            <a:ext cx="11188800" cy="719138"/>
          </a:xfrm>
        </p:spPr>
        <p:txBody>
          <a:bodyPr/>
          <a:lstStyle>
            <a:lvl1pPr>
              <a:defRPr sz="2400"/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5027FDC-6FFF-4553-A164-9D1EA73663F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0064" y="1943099"/>
            <a:ext cx="715961" cy="3694113"/>
          </a:xfrm>
        </p:spPr>
        <p:txBody>
          <a:bodyPr/>
          <a:lstStyle>
            <a:lvl1pPr marL="0" indent="0">
              <a:spcAft>
                <a:spcPts val="2400"/>
              </a:spcAft>
              <a:buNone/>
              <a:defRPr 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01 -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7049ABFC-94E9-40A1-97A7-B001CEAD329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54148" y="1943099"/>
            <a:ext cx="9302400" cy="3694113"/>
          </a:xfrm>
        </p:spPr>
        <p:txBody>
          <a:bodyPr/>
          <a:lstStyle>
            <a:lvl1pPr marL="0" indent="0">
              <a:spcAft>
                <a:spcPts val="2400"/>
              </a:spcAft>
              <a:buNone/>
              <a:defRPr lang="en-US" sz="280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GB" noProof="0"/>
              <a:t>Click to add text</a:t>
            </a:r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6DACA2-719F-4647-9BA8-281A8F2BFCA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AB2A36-6220-480C-B58F-CFF0A15787C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BC8FE318-906F-4EA5-9B25-B9CA2667912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14248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 with numbers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A5975426-E16F-4D12-98B6-8FE2A0F7895B}"/>
              </a:ext>
            </a:extLst>
          </p:cNvPr>
          <p:cNvSpPr/>
          <p:nvPr userDrawn="1"/>
        </p:nvSpPr>
        <p:spPr>
          <a:xfrm>
            <a:off x="0" y="0"/>
            <a:ext cx="1219047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37600" tIns="237600" rIns="237600" bIns="237600" rtlCol="0" anchor="ctr"/>
          <a:lstStyle/>
          <a:p>
            <a:pPr algn="ctr"/>
            <a:endParaRPr lang="en-GB" sz="2000" noProof="0" err="1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4" y="412442"/>
            <a:ext cx="11190286" cy="71913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5027FDC-6FFF-4553-A164-9D1EA73663F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0064" y="1943099"/>
            <a:ext cx="715961" cy="3694113"/>
          </a:xfrm>
        </p:spPr>
        <p:txBody>
          <a:bodyPr/>
          <a:lstStyle>
            <a:lvl1pPr marL="0" indent="0">
              <a:spcAft>
                <a:spcPts val="2400"/>
              </a:spcAft>
              <a:buNone/>
              <a:defRPr lang="en-US" sz="28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01 -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7049ABFC-94E9-40A1-97A7-B001CEAD329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54149" y="1943099"/>
            <a:ext cx="9301164" cy="3694113"/>
          </a:xfrm>
        </p:spPr>
        <p:txBody>
          <a:bodyPr/>
          <a:lstStyle>
            <a:lvl1pPr marL="0" indent="0">
              <a:spcAft>
                <a:spcPts val="2400"/>
              </a:spcAft>
              <a:buNone/>
              <a:defRPr lang="en-US" sz="28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GB" noProof="0"/>
              <a:t>Click to add text</a:t>
            </a:r>
            <a:endParaRPr lang="en-GB"/>
          </a:p>
        </p:txBody>
      </p:sp>
      <p:pic>
        <p:nvPicPr>
          <p:cNvPr id="24" name="Logo">
            <a:extLst>
              <a:ext uri="{FF2B5EF4-FFF2-40B4-BE49-F238E27FC236}">
                <a16:creationId xmlns:a16="http://schemas.microsoft.com/office/drawing/2014/main" id="{1E4FBBA8-C15E-48AA-A048-FDFD4E9C67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9676" y="6134617"/>
            <a:ext cx="1435438" cy="320697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6DACA2-719F-4647-9BA8-281A8F2BFCA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AB2A36-6220-480C-B58F-CFF0A15787C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BC8FE318-906F-4EA5-9B25-B9CA2667912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07239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A5975426-E16F-4D12-98B6-8FE2A0F7895B}"/>
              </a:ext>
            </a:extLst>
          </p:cNvPr>
          <p:cNvSpPr/>
          <p:nvPr userDrawn="1"/>
        </p:nvSpPr>
        <p:spPr>
          <a:xfrm>
            <a:off x="0" y="0"/>
            <a:ext cx="1219047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37600" tIns="237600" rIns="237600" bIns="237600" rtlCol="0" anchor="ctr"/>
          <a:lstStyle/>
          <a:p>
            <a:pPr algn="ctr"/>
            <a:endParaRPr lang="en-GB" sz="2000" noProof="0" err="1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4" y="412442"/>
            <a:ext cx="11190286" cy="71913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5027FDC-6FFF-4553-A164-9D1EA73663F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3386" y="1943100"/>
            <a:ext cx="6615577" cy="2711450"/>
          </a:xfrm>
        </p:spPr>
        <p:txBody>
          <a:bodyPr/>
          <a:lstStyle>
            <a:lvl1pPr marL="0" indent="0">
              <a:buNone/>
              <a:defRPr lang="en-US" sz="23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62%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7049ABFC-94E9-40A1-97A7-B001CEAD329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14825" y="5084763"/>
            <a:ext cx="7375525" cy="547687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lang="en-US" sz="3000" i="0" kern="1200" dirty="0" smtClean="0">
                <a:solidFill>
                  <a:schemeClr val="bg1"/>
                </a:solidFill>
                <a:latin typeface="Maersk Text Office Light" panose="00000400000000000000" pitchFamily="2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noProof="0"/>
              <a:t>Click to add </a:t>
            </a:r>
            <a:r>
              <a:rPr lang="en-GB"/>
              <a:t>text</a:t>
            </a:r>
          </a:p>
        </p:txBody>
      </p:sp>
      <p:pic>
        <p:nvPicPr>
          <p:cNvPr id="24" name="Logo">
            <a:extLst>
              <a:ext uri="{FF2B5EF4-FFF2-40B4-BE49-F238E27FC236}">
                <a16:creationId xmlns:a16="http://schemas.microsoft.com/office/drawing/2014/main" id="{1E4FBBA8-C15E-48AA-A048-FDFD4E9C67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9676" y="6134617"/>
            <a:ext cx="1435438" cy="320697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6DACA2-719F-4647-9BA8-281A8F2BFCA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AB2A36-6220-480C-B58F-CFF0A15787C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BC8FE318-906F-4EA5-9B25-B9CA2667912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3882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veral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96536757-24D6-4CE3-BC82-E594F5B33A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EEC2DAD-CD0D-4A12-B275-257EC3F16D2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0063" y="1527716"/>
            <a:ext cx="5484812" cy="1753641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sz="1100" b="1">
                <a:solidFill>
                  <a:schemeClr val="accent1"/>
                </a:solidFill>
              </a:defRPr>
            </a:lvl1pPr>
            <a:lvl2pPr marL="180000" indent="-180000">
              <a:spcBef>
                <a:spcPts val="0"/>
              </a:spcBef>
              <a:buFont typeface="Arial" panose="020B0604020202020204" pitchFamily="34" charset="0"/>
              <a:buChar char="•"/>
              <a:defRPr sz="1100" b="0">
                <a:solidFill>
                  <a:schemeClr val="tx1"/>
                </a:solidFill>
              </a:defRPr>
            </a:lvl2pPr>
            <a:lvl3pPr marL="360000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Click to add text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E3EA61B2-2CC5-4483-A81E-CE7D1E1135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0063" y="4070350"/>
            <a:ext cx="5484812" cy="1566850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sz="1100" b="1">
                <a:solidFill>
                  <a:schemeClr val="accent1"/>
                </a:solidFill>
              </a:defRPr>
            </a:lvl1pPr>
            <a:lvl2pPr marL="180000" indent="-180000">
              <a:spcBef>
                <a:spcPts val="0"/>
              </a:spcBef>
              <a:buFont typeface="Arial" panose="020B0604020202020204" pitchFamily="34" charset="0"/>
              <a:buChar char="•"/>
              <a:defRPr sz="1100" b="0">
                <a:solidFill>
                  <a:schemeClr val="tx1"/>
                </a:solidFill>
              </a:defRPr>
            </a:lvl2pPr>
            <a:lvl3pPr marL="360000">
              <a:defRPr>
                <a:solidFill>
                  <a:schemeClr val="tx1"/>
                </a:solidFill>
              </a:defRPr>
            </a:lvl3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2</a:t>
            </a:r>
          </a:p>
          <a:p>
            <a:pPr lvl="2"/>
            <a:r>
              <a:rPr lang="en-GB" noProof="0"/>
              <a:t>3</a:t>
            </a:r>
          </a:p>
          <a:p>
            <a:pPr lvl="3"/>
            <a:r>
              <a:rPr lang="en-GB" noProof="0"/>
              <a:t>4</a:t>
            </a:r>
          </a:p>
          <a:p>
            <a:pPr lvl="4"/>
            <a:r>
              <a:rPr lang="en-GB" noProof="0"/>
              <a:t>5</a:t>
            </a:r>
          </a:p>
          <a:p>
            <a:pPr lvl="5"/>
            <a:r>
              <a:rPr lang="en-GB" noProof="0"/>
              <a:t>6</a:t>
            </a:r>
            <a:endParaRPr lang="en-GB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25700A65-5A8D-4928-8A10-F9DB7E931F98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6225806" y="1527717"/>
            <a:ext cx="5467350" cy="2537993"/>
          </a:xfrm>
        </p:spPr>
        <p:txBody>
          <a:bodyPr tIns="72000"/>
          <a:lstStyle>
            <a:lvl1pPr>
              <a:defRPr sz="1100">
                <a:solidFill>
                  <a:schemeClr val="tx1"/>
                </a:solidFill>
              </a:defRPr>
            </a:lvl1pPr>
            <a:lvl2pPr>
              <a:defRPr sz="11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Click to add text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A2424BA5-C278-45AB-B9F5-B85D4A3A86B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22999" y="4654550"/>
            <a:ext cx="4532313" cy="982663"/>
          </a:xfrm>
        </p:spPr>
        <p:txBody>
          <a:bodyPr tIns="0" numCol="2" spcCol="180000"/>
          <a:lstStyle>
            <a:lvl1pPr marL="0" indent="0">
              <a:spcAft>
                <a:spcPts val="0"/>
              </a:spcAft>
              <a:buClrTx/>
              <a:buFont typeface="Arial" panose="020B0604020202020204" pitchFamily="34" charset="0"/>
              <a:buChar char="​"/>
              <a:defRPr sz="1100" b="1">
                <a:solidFill>
                  <a:schemeClr val="accent1"/>
                </a:solidFill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>
                <a:solidFill>
                  <a:srgbClr val="878787"/>
                </a:solidFill>
              </a:defRPr>
            </a:lvl2pPr>
            <a:lvl3pPr marL="1800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878787"/>
                </a:solidFill>
              </a:defRPr>
            </a:lvl3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1</a:t>
            </a:r>
          </a:p>
          <a:p>
            <a:pPr lvl="2"/>
            <a:r>
              <a:rPr lang="en-GB" noProof="0"/>
              <a:t>2</a:t>
            </a:r>
          </a:p>
          <a:p>
            <a:pPr lvl="3"/>
            <a:r>
              <a:rPr lang="en-GB" noProof="0"/>
              <a:t>3</a:t>
            </a:r>
            <a:endParaRPr lang="en-GB"/>
          </a:p>
        </p:txBody>
      </p:sp>
      <p:grpSp>
        <p:nvGrpSpPr>
          <p:cNvPr id="16" name="Group logo">
            <a:extLst>
              <a:ext uri="{FF2B5EF4-FFF2-40B4-BE49-F238E27FC236}">
                <a16:creationId xmlns:a16="http://schemas.microsoft.com/office/drawing/2014/main" id="{F096A198-57B0-402E-B8FD-71C5BF94470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256489" y="6137500"/>
            <a:ext cx="1436163" cy="320400"/>
            <a:chOff x="6478" y="3868"/>
            <a:chExt cx="892" cy="199"/>
          </a:xfrm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9735D8F0-DF96-4E27-BA61-1D988B8691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49" y="3923"/>
              <a:ext cx="104" cy="88"/>
            </a:xfrm>
            <a:custGeom>
              <a:avLst/>
              <a:gdLst>
                <a:gd name="T0" fmla="*/ 0 w 104"/>
                <a:gd name="T1" fmla="*/ 88 h 88"/>
                <a:gd name="T2" fmla="*/ 0 w 104"/>
                <a:gd name="T3" fmla="*/ 0 h 88"/>
                <a:gd name="T4" fmla="*/ 23 w 104"/>
                <a:gd name="T5" fmla="*/ 0 h 88"/>
                <a:gd name="T6" fmla="*/ 52 w 104"/>
                <a:gd name="T7" fmla="*/ 66 h 88"/>
                <a:gd name="T8" fmla="*/ 81 w 104"/>
                <a:gd name="T9" fmla="*/ 0 h 88"/>
                <a:gd name="T10" fmla="*/ 104 w 104"/>
                <a:gd name="T11" fmla="*/ 0 h 88"/>
                <a:gd name="T12" fmla="*/ 104 w 104"/>
                <a:gd name="T13" fmla="*/ 88 h 88"/>
                <a:gd name="T14" fmla="*/ 85 w 104"/>
                <a:gd name="T15" fmla="*/ 88 h 88"/>
                <a:gd name="T16" fmla="*/ 85 w 104"/>
                <a:gd name="T17" fmla="*/ 37 h 88"/>
                <a:gd name="T18" fmla="*/ 62 w 104"/>
                <a:gd name="T19" fmla="*/ 88 h 88"/>
                <a:gd name="T20" fmla="*/ 42 w 104"/>
                <a:gd name="T21" fmla="*/ 88 h 88"/>
                <a:gd name="T22" fmla="*/ 19 w 104"/>
                <a:gd name="T23" fmla="*/ 38 h 88"/>
                <a:gd name="T24" fmla="*/ 19 w 104"/>
                <a:gd name="T25" fmla="*/ 88 h 88"/>
                <a:gd name="T26" fmla="*/ 0 w 104"/>
                <a:gd name="T27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4" h="88">
                  <a:moveTo>
                    <a:pt x="0" y="88"/>
                  </a:moveTo>
                  <a:lnTo>
                    <a:pt x="0" y="0"/>
                  </a:lnTo>
                  <a:lnTo>
                    <a:pt x="23" y="0"/>
                  </a:lnTo>
                  <a:lnTo>
                    <a:pt x="52" y="66"/>
                  </a:lnTo>
                  <a:lnTo>
                    <a:pt x="81" y="0"/>
                  </a:lnTo>
                  <a:lnTo>
                    <a:pt x="104" y="0"/>
                  </a:lnTo>
                  <a:lnTo>
                    <a:pt x="104" y="88"/>
                  </a:lnTo>
                  <a:lnTo>
                    <a:pt x="85" y="88"/>
                  </a:lnTo>
                  <a:lnTo>
                    <a:pt x="85" y="37"/>
                  </a:lnTo>
                  <a:lnTo>
                    <a:pt x="62" y="88"/>
                  </a:lnTo>
                  <a:lnTo>
                    <a:pt x="42" y="88"/>
                  </a:lnTo>
                  <a:lnTo>
                    <a:pt x="19" y="38"/>
                  </a:lnTo>
                  <a:lnTo>
                    <a:pt x="19" y="88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1497644D-7612-422C-AF4D-1E0DD38545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861" y="3923"/>
              <a:ext cx="106" cy="88"/>
            </a:xfrm>
            <a:custGeom>
              <a:avLst/>
              <a:gdLst>
                <a:gd name="T0" fmla="*/ 23 w 106"/>
                <a:gd name="T1" fmla="*/ 88 h 88"/>
                <a:gd name="T2" fmla="*/ 0 w 106"/>
                <a:gd name="T3" fmla="*/ 88 h 88"/>
                <a:gd name="T4" fmla="*/ 40 w 106"/>
                <a:gd name="T5" fmla="*/ 0 h 88"/>
                <a:gd name="T6" fmla="*/ 67 w 106"/>
                <a:gd name="T7" fmla="*/ 0 h 88"/>
                <a:gd name="T8" fmla="*/ 106 w 106"/>
                <a:gd name="T9" fmla="*/ 88 h 88"/>
                <a:gd name="T10" fmla="*/ 84 w 106"/>
                <a:gd name="T11" fmla="*/ 88 h 88"/>
                <a:gd name="T12" fmla="*/ 76 w 106"/>
                <a:gd name="T13" fmla="*/ 71 h 88"/>
                <a:gd name="T14" fmla="*/ 30 w 106"/>
                <a:gd name="T15" fmla="*/ 71 h 88"/>
                <a:gd name="T16" fmla="*/ 23 w 106"/>
                <a:gd name="T17" fmla="*/ 88 h 88"/>
                <a:gd name="T18" fmla="*/ 69 w 106"/>
                <a:gd name="T19" fmla="*/ 54 h 88"/>
                <a:gd name="T20" fmla="*/ 53 w 106"/>
                <a:gd name="T21" fmla="*/ 17 h 88"/>
                <a:gd name="T22" fmla="*/ 38 w 106"/>
                <a:gd name="T23" fmla="*/ 54 h 88"/>
                <a:gd name="T24" fmla="*/ 69 w 106"/>
                <a:gd name="T25" fmla="*/ 54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6" h="88">
                  <a:moveTo>
                    <a:pt x="23" y="88"/>
                  </a:moveTo>
                  <a:lnTo>
                    <a:pt x="0" y="88"/>
                  </a:lnTo>
                  <a:lnTo>
                    <a:pt x="40" y="0"/>
                  </a:lnTo>
                  <a:lnTo>
                    <a:pt x="67" y="0"/>
                  </a:lnTo>
                  <a:lnTo>
                    <a:pt x="106" y="88"/>
                  </a:lnTo>
                  <a:lnTo>
                    <a:pt x="84" y="88"/>
                  </a:lnTo>
                  <a:lnTo>
                    <a:pt x="76" y="71"/>
                  </a:lnTo>
                  <a:lnTo>
                    <a:pt x="30" y="71"/>
                  </a:lnTo>
                  <a:lnTo>
                    <a:pt x="23" y="88"/>
                  </a:lnTo>
                  <a:close/>
                  <a:moveTo>
                    <a:pt x="69" y="54"/>
                  </a:moveTo>
                  <a:lnTo>
                    <a:pt x="53" y="17"/>
                  </a:lnTo>
                  <a:lnTo>
                    <a:pt x="38" y="54"/>
                  </a:lnTo>
                  <a:lnTo>
                    <a:pt x="69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6B732CD-52AC-420B-8B09-36FD5C70C8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76" y="3923"/>
              <a:ext cx="84" cy="88"/>
            </a:xfrm>
            <a:custGeom>
              <a:avLst/>
              <a:gdLst>
                <a:gd name="T0" fmla="*/ 0 w 84"/>
                <a:gd name="T1" fmla="*/ 88 h 88"/>
                <a:gd name="T2" fmla="*/ 0 w 84"/>
                <a:gd name="T3" fmla="*/ 0 h 88"/>
                <a:gd name="T4" fmla="*/ 83 w 84"/>
                <a:gd name="T5" fmla="*/ 0 h 88"/>
                <a:gd name="T6" fmla="*/ 83 w 84"/>
                <a:gd name="T7" fmla="*/ 18 h 88"/>
                <a:gd name="T8" fmla="*/ 20 w 84"/>
                <a:gd name="T9" fmla="*/ 18 h 88"/>
                <a:gd name="T10" fmla="*/ 20 w 84"/>
                <a:gd name="T11" fmla="*/ 35 h 88"/>
                <a:gd name="T12" fmla="*/ 75 w 84"/>
                <a:gd name="T13" fmla="*/ 35 h 88"/>
                <a:gd name="T14" fmla="*/ 75 w 84"/>
                <a:gd name="T15" fmla="*/ 53 h 88"/>
                <a:gd name="T16" fmla="*/ 20 w 84"/>
                <a:gd name="T17" fmla="*/ 53 h 88"/>
                <a:gd name="T18" fmla="*/ 20 w 84"/>
                <a:gd name="T19" fmla="*/ 71 h 88"/>
                <a:gd name="T20" fmla="*/ 84 w 84"/>
                <a:gd name="T21" fmla="*/ 71 h 88"/>
                <a:gd name="T22" fmla="*/ 84 w 84"/>
                <a:gd name="T23" fmla="*/ 88 h 88"/>
                <a:gd name="T24" fmla="*/ 0 w 84"/>
                <a:gd name="T25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4" h="88">
                  <a:moveTo>
                    <a:pt x="0" y="88"/>
                  </a:moveTo>
                  <a:lnTo>
                    <a:pt x="0" y="0"/>
                  </a:lnTo>
                  <a:lnTo>
                    <a:pt x="83" y="0"/>
                  </a:lnTo>
                  <a:lnTo>
                    <a:pt x="83" y="18"/>
                  </a:lnTo>
                  <a:lnTo>
                    <a:pt x="20" y="18"/>
                  </a:lnTo>
                  <a:lnTo>
                    <a:pt x="20" y="35"/>
                  </a:lnTo>
                  <a:lnTo>
                    <a:pt x="75" y="35"/>
                  </a:lnTo>
                  <a:lnTo>
                    <a:pt x="75" y="53"/>
                  </a:lnTo>
                  <a:lnTo>
                    <a:pt x="20" y="53"/>
                  </a:lnTo>
                  <a:lnTo>
                    <a:pt x="20" y="71"/>
                  </a:lnTo>
                  <a:lnTo>
                    <a:pt x="84" y="71"/>
                  </a:lnTo>
                  <a:lnTo>
                    <a:pt x="84" y="88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C85937AE-5276-446F-AB67-7B60605D46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76" y="3923"/>
              <a:ext cx="85" cy="88"/>
            </a:xfrm>
            <a:custGeom>
              <a:avLst/>
              <a:gdLst>
                <a:gd name="T0" fmla="*/ 0 w 94"/>
                <a:gd name="T1" fmla="*/ 96 h 96"/>
                <a:gd name="T2" fmla="*/ 0 w 94"/>
                <a:gd name="T3" fmla="*/ 0 h 96"/>
                <a:gd name="T4" fmla="*/ 77 w 94"/>
                <a:gd name="T5" fmla="*/ 0 h 96"/>
                <a:gd name="T6" fmla="*/ 93 w 94"/>
                <a:gd name="T7" fmla="*/ 16 h 96"/>
                <a:gd name="T8" fmla="*/ 93 w 94"/>
                <a:gd name="T9" fmla="*/ 48 h 96"/>
                <a:gd name="T10" fmla="*/ 74 w 94"/>
                <a:gd name="T11" fmla="*/ 63 h 96"/>
                <a:gd name="T12" fmla="*/ 72 w 94"/>
                <a:gd name="T13" fmla="*/ 63 h 96"/>
                <a:gd name="T14" fmla="*/ 94 w 94"/>
                <a:gd name="T15" fmla="*/ 96 h 96"/>
                <a:gd name="T16" fmla="*/ 69 w 94"/>
                <a:gd name="T17" fmla="*/ 96 h 96"/>
                <a:gd name="T18" fmla="*/ 48 w 94"/>
                <a:gd name="T19" fmla="*/ 63 h 96"/>
                <a:gd name="T20" fmla="*/ 23 w 94"/>
                <a:gd name="T21" fmla="*/ 63 h 96"/>
                <a:gd name="T22" fmla="*/ 23 w 94"/>
                <a:gd name="T23" fmla="*/ 96 h 96"/>
                <a:gd name="T24" fmla="*/ 0 w 94"/>
                <a:gd name="T25" fmla="*/ 96 h 96"/>
                <a:gd name="T26" fmla="*/ 23 w 94"/>
                <a:gd name="T27" fmla="*/ 44 h 96"/>
                <a:gd name="T28" fmla="*/ 71 w 94"/>
                <a:gd name="T29" fmla="*/ 44 h 96"/>
                <a:gd name="T30" fmla="*/ 71 w 94"/>
                <a:gd name="T31" fmla="*/ 19 h 96"/>
                <a:gd name="T32" fmla="*/ 23 w 94"/>
                <a:gd name="T33" fmla="*/ 19 h 96"/>
                <a:gd name="T34" fmla="*/ 23 w 94"/>
                <a:gd name="T35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4" h="96">
                  <a:moveTo>
                    <a:pt x="0" y="96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7" y="0"/>
                    <a:pt x="93" y="6"/>
                    <a:pt x="93" y="16"/>
                  </a:cubicBezTo>
                  <a:cubicBezTo>
                    <a:pt x="93" y="48"/>
                    <a:pt x="93" y="48"/>
                    <a:pt x="93" y="48"/>
                  </a:cubicBezTo>
                  <a:cubicBezTo>
                    <a:pt x="93" y="56"/>
                    <a:pt x="87" y="63"/>
                    <a:pt x="74" y="63"/>
                  </a:cubicBezTo>
                  <a:cubicBezTo>
                    <a:pt x="73" y="63"/>
                    <a:pt x="72" y="63"/>
                    <a:pt x="72" y="63"/>
                  </a:cubicBezTo>
                  <a:cubicBezTo>
                    <a:pt x="94" y="96"/>
                    <a:pt x="94" y="96"/>
                    <a:pt x="94" y="96"/>
                  </a:cubicBezTo>
                  <a:cubicBezTo>
                    <a:pt x="69" y="96"/>
                    <a:pt x="69" y="96"/>
                    <a:pt x="69" y="96"/>
                  </a:cubicBezTo>
                  <a:cubicBezTo>
                    <a:pt x="48" y="63"/>
                    <a:pt x="48" y="63"/>
                    <a:pt x="48" y="63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3" y="96"/>
                    <a:pt x="23" y="96"/>
                    <a:pt x="23" y="96"/>
                  </a:cubicBezTo>
                  <a:lnTo>
                    <a:pt x="0" y="96"/>
                  </a:lnTo>
                  <a:close/>
                  <a:moveTo>
                    <a:pt x="23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1" y="19"/>
                    <a:pt x="71" y="19"/>
                    <a:pt x="71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44"/>
                    <a:pt x="23" y="44"/>
                    <a:pt x="23" y="4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1142013A-0C22-460F-9469-E0A34D93C5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7" y="3923"/>
              <a:ext cx="84" cy="88"/>
            </a:xfrm>
            <a:custGeom>
              <a:avLst/>
              <a:gdLst>
                <a:gd name="T0" fmla="*/ 23 w 92"/>
                <a:gd name="T1" fmla="*/ 96 h 96"/>
                <a:gd name="T2" fmla="*/ 15 w 92"/>
                <a:gd name="T3" fmla="*/ 96 h 96"/>
                <a:gd name="T4" fmla="*/ 0 w 92"/>
                <a:gd name="T5" fmla="*/ 82 h 96"/>
                <a:gd name="T6" fmla="*/ 0 w 92"/>
                <a:gd name="T7" fmla="*/ 70 h 96"/>
                <a:gd name="T8" fmla="*/ 23 w 92"/>
                <a:gd name="T9" fmla="*/ 70 h 96"/>
                <a:gd name="T10" fmla="*/ 23 w 92"/>
                <a:gd name="T11" fmla="*/ 77 h 96"/>
                <a:gd name="T12" fmla="*/ 70 w 92"/>
                <a:gd name="T13" fmla="*/ 77 h 96"/>
                <a:gd name="T14" fmla="*/ 70 w 92"/>
                <a:gd name="T15" fmla="*/ 57 h 96"/>
                <a:gd name="T16" fmla="*/ 16 w 92"/>
                <a:gd name="T17" fmla="*/ 57 h 96"/>
                <a:gd name="T18" fmla="*/ 1 w 92"/>
                <a:gd name="T19" fmla="*/ 43 h 96"/>
                <a:gd name="T20" fmla="*/ 1 w 92"/>
                <a:gd name="T21" fmla="*/ 15 h 96"/>
                <a:gd name="T22" fmla="*/ 16 w 92"/>
                <a:gd name="T23" fmla="*/ 0 h 96"/>
                <a:gd name="T24" fmla="*/ 78 w 92"/>
                <a:gd name="T25" fmla="*/ 0 h 96"/>
                <a:gd name="T26" fmla="*/ 92 w 92"/>
                <a:gd name="T27" fmla="*/ 16 h 96"/>
                <a:gd name="T28" fmla="*/ 92 w 92"/>
                <a:gd name="T29" fmla="*/ 27 h 96"/>
                <a:gd name="T30" fmla="*/ 70 w 92"/>
                <a:gd name="T31" fmla="*/ 27 h 96"/>
                <a:gd name="T32" fmla="*/ 70 w 92"/>
                <a:gd name="T33" fmla="*/ 19 h 96"/>
                <a:gd name="T34" fmla="*/ 23 w 92"/>
                <a:gd name="T35" fmla="*/ 19 h 96"/>
                <a:gd name="T36" fmla="*/ 23 w 92"/>
                <a:gd name="T37" fmla="*/ 38 h 96"/>
                <a:gd name="T38" fmla="*/ 77 w 92"/>
                <a:gd name="T39" fmla="*/ 38 h 96"/>
                <a:gd name="T40" fmla="*/ 92 w 92"/>
                <a:gd name="T41" fmla="*/ 54 h 96"/>
                <a:gd name="T42" fmla="*/ 92 w 92"/>
                <a:gd name="T43" fmla="*/ 81 h 96"/>
                <a:gd name="T44" fmla="*/ 77 w 92"/>
                <a:gd name="T45" fmla="*/ 96 h 96"/>
                <a:gd name="T46" fmla="*/ 23 w 92"/>
                <a:gd name="T47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2" h="96">
                  <a:moveTo>
                    <a:pt x="23" y="96"/>
                  </a:moveTo>
                  <a:cubicBezTo>
                    <a:pt x="15" y="96"/>
                    <a:pt x="15" y="96"/>
                    <a:pt x="15" y="96"/>
                  </a:cubicBezTo>
                  <a:cubicBezTo>
                    <a:pt x="5" y="96"/>
                    <a:pt x="0" y="90"/>
                    <a:pt x="0" y="82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77"/>
                    <a:pt x="23" y="77"/>
                    <a:pt x="23" y="77"/>
                  </a:cubicBezTo>
                  <a:cubicBezTo>
                    <a:pt x="70" y="77"/>
                    <a:pt x="70" y="77"/>
                    <a:pt x="70" y="77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70" y="57"/>
                    <a:pt x="24" y="57"/>
                    <a:pt x="16" y="57"/>
                  </a:cubicBezTo>
                  <a:cubicBezTo>
                    <a:pt x="7" y="57"/>
                    <a:pt x="1" y="51"/>
                    <a:pt x="1" y="43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1" y="6"/>
                    <a:pt x="8" y="0"/>
                    <a:pt x="16" y="0"/>
                  </a:cubicBezTo>
                  <a:cubicBezTo>
                    <a:pt x="24" y="0"/>
                    <a:pt x="78" y="0"/>
                    <a:pt x="78" y="0"/>
                  </a:cubicBezTo>
                  <a:cubicBezTo>
                    <a:pt x="86" y="0"/>
                    <a:pt x="92" y="6"/>
                    <a:pt x="92" y="16"/>
                  </a:cubicBezTo>
                  <a:cubicBezTo>
                    <a:pt x="92" y="25"/>
                    <a:pt x="92" y="27"/>
                    <a:pt x="92" y="27"/>
                  </a:cubicBezTo>
                  <a:cubicBezTo>
                    <a:pt x="70" y="27"/>
                    <a:pt x="70" y="27"/>
                    <a:pt x="70" y="27"/>
                  </a:cubicBezTo>
                  <a:cubicBezTo>
                    <a:pt x="70" y="19"/>
                    <a:pt x="70" y="19"/>
                    <a:pt x="70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8"/>
                    <a:pt x="23" y="38"/>
                    <a:pt x="23" y="38"/>
                  </a:cubicBezTo>
                  <a:cubicBezTo>
                    <a:pt x="77" y="38"/>
                    <a:pt x="77" y="38"/>
                    <a:pt x="77" y="38"/>
                  </a:cubicBezTo>
                  <a:cubicBezTo>
                    <a:pt x="85" y="38"/>
                    <a:pt x="92" y="44"/>
                    <a:pt x="92" y="54"/>
                  </a:cubicBezTo>
                  <a:cubicBezTo>
                    <a:pt x="92" y="81"/>
                    <a:pt x="92" y="81"/>
                    <a:pt x="92" y="81"/>
                  </a:cubicBezTo>
                  <a:cubicBezTo>
                    <a:pt x="92" y="90"/>
                    <a:pt x="87" y="96"/>
                    <a:pt x="77" y="96"/>
                  </a:cubicBezTo>
                  <a:cubicBezTo>
                    <a:pt x="68" y="96"/>
                    <a:pt x="23" y="96"/>
                    <a:pt x="23" y="9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0F3AFC74-3794-4E77-9F20-A4B649553C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80" y="3923"/>
              <a:ext cx="90" cy="88"/>
            </a:xfrm>
            <a:custGeom>
              <a:avLst/>
              <a:gdLst>
                <a:gd name="T0" fmla="*/ 0 w 90"/>
                <a:gd name="T1" fmla="*/ 88 h 88"/>
                <a:gd name="T2" fmla="*/ 0 w 90"/>
                <a:gd name="T3" fmla="*/ 0 h 88"/>
                <a:gd name="T4" fmla="*/ 21 w 90"/>
                <a:gd name="T5" fmla="*/ 0 h 88"/>
                <a:gd name="T6" fmla="*/ 21 w 90"/>
                <a:gd name="T7" fmla="*/ 36 h 88"/>
                <a:gd name="T8" fmla="*/ 60 w 90"/>
                <a:gd name="T9" fmla="*/ 0 h 88"/>
                <a:gd name="T10" fmla="*/ 88 w 90"/>
                <a:gd name="T11" fmla="*/ 0 h 88"/>
                <a:gd name="T12" fmla="*/ 42 w 90"/>
                <a:gd name="T13" fmla="*/ 42 h 88"/>
                <a:gd name="T14" fmla="*/ 90 w 90"/>
                <a:gd name="T15" fmla="*/ 88 h 88"/>
                <a:gd name="T16" fmla="*/ 61 w 90"/>
                <a:gd name="T17" fmla="*/ 88 h 88"/>
                <a:gd name="T18" fmla="*/ 21 w 90"/>
                <a:gd name="T19" fmla="*/ 48 h 88"/>
                <a:gd name="T20" fmla="*/ 21 w 90"/>
                <a:gd name="T21" fmla="*/ 88 h 88"/>
                <a:gd name="T22" fmla="*/ 0 w 90"/>
                <a:gd name="T23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0" h="88">
                  <a:moveTo>
                    <a:pt x="0" y="88"/>
                  </a:moveTo>
                  <a:lnTo>
                    <a:pt x="0" y="0"/>
                  </a:lnTo>
                  <a:lnTo>
                    <a:pt x="21" y="0"/>
                  </a:lnTo>
                  <a:lnTo>
                    <a:pt x="21" y="36"/>
                  </a:lnTo>
                  <a:lnTo>
                    <a:pt x="60" y="0"/>
                  </a:lnTo>
                  <a:lnTo>
                    <a:pt x="88" y="0"/>
                  </a:lnTo>
                  <a:lnTo>
                    <a:pt x="42" y="42"/>
                  </a:lnTo>
                  <a:lnTo>
                    <a:pt x="90" y="88"/>
                  </a:lnTo>
                  <a:lnTo>
                    <a:pt x="61" y="88"/>
                  </a:lnTo>
                  <a:lnTo>
                    <a:pt x="21" y="48"/>
                  </a:lnTo>
                  <a:lnTo>
                    <a:pt x="21" y="88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1D726B94-52B6-40D9-90FC-C0F4F13240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78" y="3868"/>
              <a:ext cx="187" cy="199"/>
            </a:xfrm>
            <a:custGeom>
              <a:avLst/>
              <a:gdLst>
                <a:gd name="T0" fmla="*/ 206 w 206"/>
                <a:gd name="T1" fmla="*/ 193 h 218"/>
                <a:gd name="T2" fmla="*/ 181 w 206"/>
                <a:gd name="T3" fmla="*/ 218 h 218"/>
                <a:gd name="T4" fmla="*/ 24 w 206"/>
                <a:gd name="T5" fmla="*/ 218 h 218"/>
                <a:gd name="T6" fmla="*/ 0 w 206"/>
                <a:gd name="T7" fmla="*/ 193 h 218"/>
                <a:gd name="T8" fmla="*/ 0 w 206"/>
                <a:gd name="T9" fmla="*/ 25 h 218"/>
                <a:gd name="T10" fmla="*/ 24 w 206"/>
                <a:gd name="T11" fmla="*/ 0 h 218"/>
                <a:gd name="T12" fmla="*/ 181 w 206"/>
                <a:gd name="T13" fmla="*/ 0 h 218"/>
                <a:gd name="T14" fmla="*/ 206 w 206"/>
                <a:gd name="T15" fmla="*/ 25 h 218"/>
                <a:gd name="T16" fmla="*/ 206 w 206"/>
                <a:gd name="T17" fmla="*/ 193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6" h="218">
                  <a:moveTo>
                    <a:pt x="206" y="193"/>
                  </a:moveTo>
                  <a:cubicBezTo>
                    <a:pt x="206" y="207"/>
                    <a:pt x="195" y="218"/>
                    <a:pt x="181" y="218"/>
                  </a:cubicBezTo>
                  <a:cubicBezTo>
                    <a:pt x="24" y="218"/>
                    <a:pt x="24" y="218"/>
                    <a:pt x="24" y="218"/>
                  </a:cubicBezTo>
                  <a:cubicBezTo>
                    <a:pt x="11" y="218"/>
                    <a:pt x="0" y="207"/>
                    <a:pt x="0" y="193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181" y="0"/>
                    <a:pt x="181" y="0"/>
                    <a:pt x="181" y="0"/>
                  </a:cubicBezTo>
                  <a:cubicBezTo>
                    <a:pt x="195" y="0"/>
                    <a:pt x="206" y="11"/>
                    <a:pt x="206" y="25"/>
                  </a:cubicBezTo>
                  <a:lnTo>
                    <a:pt x="206" y="193"/>
                  </a:lnTo>
                  <a:close/>
                </a:path>
              </a:pathLst>
            </a:custGeom>
            <a:solidFill>
              <a:srgbClr val="42B0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04D1092F-9F78-4F84-96C4-3D628BA8E4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88" y="3883"/>
              <a:ext cx="166" cy="164"/>
            </a:xfrm>
            <a:custGeom>
              <a:avLst/>
              <a:gdLst>
                <a:gd name="T0" fmla="*/ 114 w 166"/>
                <a:gd name="T1" fmla="*/ 79 h 164"/>
                <a:gd name="T2" fmla="*/ 150 w 166"/>
                <a:gd name="T3" fmla="*/ 32 h 164"/>
                <a:gd name="T4" fmla="*/ 150 w 166"/>
                <a:gd name="T5" fmla="*/ 32 h 164"/>
                <a:gd name="T6" fmla="*/ 96 w 166"/>
                <a:gd name="T7" fmla="*/ 59 h 164"/>
                <a:gd name="T8" fmla="*/ 83 w 166"/>
                <a:gd name="T9" fmla="*/ 0 h 164"/>
                <a:gd name="T10" fmla="*/ 83 w 166"/>
                <a:gd name="T11" fmla="*/ 0 h 164"/>
                <a:gd name="T12" fmla="*/ 70 w 166"/>
                <a:gd name="T13" fmla="*/ 59 h 164"/>
                <a:gd name="T14" fmla="*/ 16 w 166"/>
                <a:gd name="T15" fmla="*/ 32 h 164"/>
                <a:gd name="T16" fmla="*/ 16 w 166"/>
                <a:gd name="T17" fmla="*/ 32 h 164"/>
                <a:gd name="T18" fmla="*/ 53 w 166"/>
                <a:gd name="T19" fmla="*/ 79 h 164"/>
                <a:gd name="T20" fmla="*/ 0 w 166"/>
                <a:gd name="T21" fmla="*/ 105 h 164"/>
                <a:gd name="T22" fmla="*/ 0 w 166"/>
                <a:gd name="T23" fmla="*/ 105 h 164"/>
                <a:gd name="T24" fmla="*/ 59 w 166"/>
                <a:gd name="T25" fmla="*/ 105 h 164"/>
                <a:gd name="T26" fmla="*/ 46 w 166"/>
                <a:gd name="T27" fmla="*/ 164 h 164"/>
                <a:gd name="T28" fmla="*/ 46 w 166"/>
                <a:gd name="T29" fmla="*/ 164 h 164"/>
                <a:gd name="T30" fmla="*/ 83 w 166"/>
                <a:gd name="T31" fmla="*/ 117 h 164"/>
                <a:gd name="T32" fmla="*/ 120 w 166"/>
                <a:gd name="T33" fmla="*/ 164 h 164"/>
                <a:gd name="T34" fmla="*/ 121 w 166"/>
                <a:gd name="T35" fmla="*/ 164 h 164"/>
                <a:gd name="T36" fmla="*/ 107 w 166"/>
                <a:gd name="T37" fmla="*/ 105 h 164"/>
                <a:gd name="T38" fmla="*/ 166 w 166"/>
                <a:gd name="T39" fmla="*/ 105 h 164"/>
                <a:gd name="T40" fmla="*/ 166 w 166"/>
                <a:gd name="T41" fmla="*/ 105 h 164"/>
                <a:gd name="T42" fmla="*/ 114 w 166"/>
                <a:gd name="T43" fmla="*/ 79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6" h="164">
                  <a:moveTo>
                    <a:pt x="114" y="79"/>
                  </a:moveTo>
                  <a:lnTo>
                    <a:pt x="150" y="32"/>
                  </a:lnTo>
                  <a:lnTo>
                    <a:pt x="150" y="32"/>
                  </a:lnTo>
                  <a:lnTo>
                    <a:pt x="96" y="59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70" y="59"/>
                  </a:lnTo>
                  <a:lnTo>
                    <a:pt x="16" y="32"/>
                  </a:lnTo>
                  <a:lnTo>
                    <a:pt x="16" y="32"/>
                  </a:lnTo>
                  <a:lnTo>
                    <a:pt x="53" y="79"/>
                  </a:lnTo>
                  <a:lnTo>
                    <a:pt x="0" y="105"/>
                  </a:lnTo>
                  <a:lnTo>
                    <a:pt x="0" y="105"/>
                  </a:lnTo>
                  <a:lnTo>
                    <a:pt x="59" y="105"/>
                  </a:lnTo>
                  <a:lnTo>
                    <a:pt x="46" y="164"/>
                  </a:lnTo>
                  <a:lnTo>
                    <a:pt x="46" y="164"/>
                  </a:lnTo>
                  <a:lnTo>
                    <a:pt x="83" y="117"/>
                  </a:lnTo>
                  <a:lnTo>
                    <a:pt x="120" y="164"/>
                  </a:lnTo>
                  <a:lnTo>
                    <a:pt x="121" y="164"/>
                  </a:lnTo>
                  <a:lnTo>
                    <a:pt x="107" y="105"/>
                  </a:lnTo>
                  <a:lnTo>
                    <a:pt x="166" y="105"/>
                  </a:lnTo>
                  <a:lnTo>
                    <a:pt x="166" y="105"/>
                  </a:lnTo>
                  <a:lnTo>
                    <a:pt x="114" y="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cxnSp>
        <p:nvCxnSpPr>
          <p:cNvPr id="27" name="Straight Connector 1">
            <a:extLst>
              <a:ext uri="{FF2B5EF4-FFF2-40B4-BE49-F238E27FC236}">
                <a16:creationId xmlns:a16="http://schemas.microsoft.com/office/drawing/2014/main" id="{7096DEC8-77C9-4DD3-9025-ECDC80F2146B}"/>
              </a:ext>
            </a:extLst>
          </p:cNvPr>
          <p:cNvCxnSpPr/>
          <p:nvPr userDrawn="1"/>
        </p:nvCxnSpPr>
        <p:spPr>
          <a:xfrm>
            <a:off x="500064" y="3521075"/>
            <a:ext cx="5484811" cy="0"/>
          </a:xfrm>
          <a:prstGeom prst="line">
            <a:avLst/>
          </a:prstGeom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">
            <a:extLst>
              <a:ext uri="{FF2B5EF4-FFF2-40B4-BE49-F238E27FC236}">
                <a16:creationId xmlns:a16="http://schemas.microsoft.com/office/drawing/2014/main" id="{EA90E9CF-510E-4225-A3BB-91F013987BD5}"/>
              </a:ext>
            </a:extLst>
          </p:cNvPr>
          <p:cNvCxnSpPr/>
          <p:nvPr userDrawn="1"/>
        </p:nvCxnSpPr>
        <p:spPr>
          <a:xfrm>
            <a:off x="6225806" y="1527717"/>
            <a:ext cx="54684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3">
            <a:extLst>
              <a:ext uri="{FF2B5EF4-FFF2-40B4-BE49-F238E27FC236}">
                <a16:creationId xmlns:a16="http://schemas.microsoft.com/office/drawing/2014/main" id="{CA039D30-14CC-454E-9DA1-C777E3C44776}"/>
              </a:ext>
            </a:extLst>
          </p:cNvPr>
          <p:cNvCxnSpPr/>
          <p:nvPr userDrawn="1"/>
        </p:nvCxnSpPr>
        <p:spPr>
          <a:xfrm>
            <a:off x="6225806" y="4400550"/>
            <a:ext cx="54684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2C382236-11EE-4251-B331-C34A1F0BC3C7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62E7F8-5569-4FBF-9D79-FD373EB71C09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D00A7CC-3278-4F1E-AD5C-F27447EEAE98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76050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/>
          <p:cNvSpPr>
            <a:spLocks noGrp="1"/>
          </p:cNvSpPr>
          <p:nvPr>
            <p:ph type="pic" sz="quarter" idx="14" hasCustomPrompt="1"/>
          </p:nvPr>
        </p:nvSpPr>
        <p:spPr>
          <a:xfrm>
            <a:off x="8131175" y="501650"/>
            <a:ext cx="3559176" cy="5135563"/>
          </a:xfrm>
          <a:noFill/>
          <a:ln>
            <a:noFill/>
          </a:ln>
        </p:spPr>
        <p:txBody>
          <a:bodyPr tIns="72000" anchor="t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 via Templafy</a:t>
            </a:r>
          </a:p>
        </p:txBody>
      </p:sp>
      <p:grpSp>
        <p:nvGrpSpPr>
          <p:cNvPr id="16" name="Group logo">
            <a:extLst>
              <a:ext uri="{FF2B5EF4-FFF2-40B4-BE49-F238E27FC236}">
                <a16:creationId xmlns:a16="http://schemas.microsoft.com/office/drawing/2014/main" id="{F096A198-57B0-402E-B8FD-71C5BF94470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256489" y="6137500"/>
            <a:ext cx="1436163" cy="320400"/>
            <a:chOff x="6478" y="3868"/>
            <a:chExt cx="892" cy="199"/>
          </a:xfrm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9735D8F0-DF96-4E27-BA61-1D988B8691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49" y="3923"/>
              <a:ext cx="104" cy="88"/>
            </a:xfrm>
            <a:custGeom>
              <a:avLst/>
              <a:gdLst>
                <a:gd name="T0" fmla="*/ 0 w 104"/>
                <a:gd name="T1" fmla="*/ 88 h 88"/>
                <a:gd name="T2" fmla="*/ 0 w 104"/>
                <a:gd name="T3" fmla="*/ 0 h 88"/>
                <a:gd name="T4" fmla="*/ 23 w 104"/>
                <a:gd name="T5" fmla="*/ 0 h 88"/>
                <a:gd name="T6" fmla="*/ 52 w 104"/>
                <a:gd name="T7" fmla="*/ 66 h 88"/>
                <a:gd name="T8" fmla="*/ 81 w 104"/>
                <a:gd name="T9" fmla="*/ 0 h 88"/>
                <a:gd name="T10" fmla="*/ 104 w 104"/>
                <a:gd name="T11" fmla="*/ 0 h 88"/>
                <a:gd name="T12" fmla="*/ 104 w 104"/>
                <a:gd name="T13" fmla="*/ 88 h 88"/>
                <a:gd name="T14" fmla="*/ 85 w 104"/>
                <a:gd name="T15" fmla="*/ 88 h 88"/>
                <a:gd name="T16" fmla="*/ 85 w 104"/>
                <a:gd name="T17" fmla="*/ 37 h 88"/>
                <a:gd name="T18" fmla="*/ 62 w 104"/>
                <a:gd name="T19" fmla="*/ 88 h 88"/>
                <a:gd name="T20" fmla="*/ 42 w 104"/>
                <a:gd name="T21" fmla="*/ 88 h 88"/>
                <a:gd name="T22" fmla="*/ 19 w 104"/>
                <a:gd name="T23" fmla="*/ 38 h 88"/>
                <a:gd name="T24" fmla="*/ 19 w 104"/>
                <a:gd name="T25" fmla="*/ 88 h 88"/>
                <a:gd name="T26" fmla="*/ 0 w 104"/>
                <a:gd name="T27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4" h="88">
                  <a:moveTo>
                    <a:pt x="0" y="88"/>
                  </a:moveTo>
                  <a:lnTo>
                    <a:pt x="0" y="0"/>
                  </a:lnTo>
                  <a:lnTo>
                    <a:pt x="23" y="0"/>
                  </a:lnTo>
                  <a:lnTo>
                    <a:pt x="52" y="66"/>
                  </a:lnTo>
                  <a:lnTo>
                    <a:pt x="81" y="0"/>
                  </a:lnTo>
                  <a:lnTo>
                    <a:pt x="104" y="0"/>
                  </a:lnTo>
                  <a:lnTo>
                    <a:pt x="104" y="88"/>
                  </a:lnTo>
                  <a:lnTo>
                    <a:pt x="85" y="88"/>
                  </a:lnTo>
                  <a:lnTo>
                    <a:pt x="85" y="37"/>
                  </a:lnTo>
                  <a:lnTo>
                    <a:pt x="62" y="88"/>
                  </a:lnTo>
                  <a:lnTo>
                    <a:pt x="42" y="88"/>
                  </a:lnTo>
                  <a:lnTo>
                    <a:pt x="19" y="38"/>
                  </a:lnTo>
                  <a:lnTo>
                    <a:pt x="19" y="88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1497644D-7612-422C-AF4D-1E0DD38545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861" y="3923"/>
              <a:ext cx="106" cy="88"/>
            </a:xfrm>
            <a:custGeom>
              <a:avLst/>
              <a:gdLst>
                <a:gd name="T0" fmla="*/ 23 w 106"/>
                <a:gd name="T1" fmla="*/ 88 h 88"/>
                <a:gd name="T2" fmla="*/ 0 w 106"/>
                <a:gd name="T3" fmla="*/ 88 h 88"/>
                <a:gd name="T4" fmla="*/ 40 w 106"/>
                <a:gd name="T5" fmla="*/ 0 h 88"/>
                <a:gd name="T6" fmla="*/ 67 w 106"/>
                <a:gd name="T7" fmla="*/ 0 h 88"/>
                <a:gd name="T8" fmla="*/ 106 w 106"/>
                <a:gd name="T9" fmla="*/ 88 h 88"/>
                <a:gd name="T10" fmla="*/ 84 w 106"/>
                <a:gd name="T11" fmla="*/ 88 h 88"/>
                <a:gd name="T12" fmla="*/ 76 w 106"/>
                <a:gd name="T13" fmla="*/ 71 h 88"/>
                <a:gd name="T14" fmla="*/ 30 w 106"/>
                <a:gd name="T15" fmla="*/ 71 h 88"/>
                <a:gd name="T16" fmla="*/ 23 w 106"/>
                <a:gd name="T17" fmla="*/ 88 h 88"/>
                <a:gd name="T18" fmla="*/ 69 w 106"/>
                <a:gd name="T19" fmla="*/ 54 h 88"/>
                <a:gd name="T20" fmla="*/ 53 w 106"/>
                <a:gd name="T21" fmla="*/ 17 h 88"/>
                <a:gd name="T22" fmla="*/ 38 w 106"/>
                <a:gd name="T23" fmla="*/ 54 h 88"/>
                <a:gd name="T24" fmla="*/ 69 w 106"/>
                <a:gd name="T25" fmla="*/ 54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6" h="88">
                  <a:moveTo>
                    <a:pt x="23" y="88"/>
                  </a:moveTo>
                  <a:lnTo>
                    <a:pt x="0" y="88"/>
                  </a:lnTo>
                  <a:lnTo>
                    <a:pt x="40" y="0"/>
                  </a:lnTo>
                  <a:lnTo>
                    <a:pt x="67" y="0"/>
                  </a:lnTo>
                  <a:lnTo>
                    <a:pt x="106" y="88"/>
                  </a:lnTo>
                  <a:lnTo>
                    <a:pt x="84" y="88"/>
                  </a:lnTo>
                  <a:lnTo>
                    <a:pt x="76" y="71"/>
                  </a:lnTo>
                  <a:lnTo>
                    <a:pt x="30" y="71"/>
                  </a:lnTo>
                  <a:lnTo>
                    <a:pt x="23" y="88"/>
                  </a:lnTo>
                  <a:close/>
                  <a:moveTo>
                    <a:pt x="69" y="54"/>
                  </a:moveTo>
                  <a:lnTo>
                    <a:pt x="53" y="17"/>
                  </a:lnTo>
                  <a:lnTo>
                    <a:pt x="38" y="54"/>
                  </a:lnTo>
                  <a:lnTo>
                    <a:pt x="69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6B732CD-52AC-420B-8B09-36FD5C70C8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76" y="3923"/>
              <a:ext cx="84" cy="88"/>
            </a:xfrm>
            <a:custGeom>
              <a:avLst/>
              <a:gdLst>
                <a:gd name="T0" fmla="*/ 0 w 84"/>
                <a:gd name="T1" fmla="*/ 88 h 88"/>
                <a:gd name="T2" fmla="*/ 0 w 84"/>
                <a:gd name="T3" fmla="*/ 0 h 88"/>
                <a:gd name="T4" fmla="*/ 83 w 84"/>
                <a:gd name="T5" fmla="*/ 0 h 88"/>
                <a:gd name="T6" fmla="*/ 83 w 84"/>
                <a:gd name="T7" fmla="*/ 18 h 88"/>
                <a:gd name="T8" fmla="*/ 20 w 84"/>
                <a:gd name="T9" fmla="*/ 18 h 88"/>
                <a:gd name="T10" fmla="*/ 20 w 84"/>
                <a:gd name="T11" fmla="*/ 35 h 88"/>
                <a:gd name="T12" fmla="*/ 75 w 84"/>
                <a:gd name="T13" fmla="*/ 35 h 88"/>
                <a:gd name="T14" fmla="*/ 75 w 84"/>
                <a:gd name="T15" fmla="*/ 53 h 88"/>
                <a:gd name="T16" fmla="*/ 20 w 84"/>
                <a:gd name="T17" fmla="*/ 53 h 88"/>
                <a:gd name="T18" fmla="*/ 20 w 84"/>
                <a:gd name="T19" fmla="*/ 71 h 88"/>
                <a:gd name="T20" fmla="*/ 84 w 84"/>
                <a:gd name="T21" fmla="*/ 71 h 88"/>
                <a:gd name="T22" fmla="*/ 84 w 84"/>
                <a:gd name="T23" fmla="*/ 88 h 88"/>
                <a:gd name="T24" fmla="*/ 0 w 84"/>
                <a:gd name="T25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4" h="88">
                  <a:moveTo>
                    <a:pt x="0" y="88"/>
                  </a:moveTo>
                  <a:lnTo>
                    <a:pt x="0" y="0"/>
                  </a:lnTo>
                  <a:lnTo>
                    <a:pt x="83" y="0"/>
                  </a:lnTo>
                  <a:lnTo>
                    <a:pt x="83" y="18"/>
                  </a:lnTo>
                  <a:lnTo>
                    <a:pt x="20" y="18"/>
                  </a:lnTo>
                  <a:lnTo>
                    <a:pt x="20" y="35"/>
                  </a:lnTo>
                  <a:lnTo>
                    <a:pt x="75" y="35"/>
                  </a:lnTo>
                  <a:lnTo>
                    <a:pt x="75" y="53"/>
                  </a:lnTo>
                  <a:lnTo>
                    <a:pt x="20" y="53"/>
                  </a:lnTo>
                  <a:lnTo>
                    <a:pt x="20" y="71"/>
                  </a:lnTo>
                  <a:lnTo>
                    <a:pt x="84" y="71"/>
                  </a:lnTo>
                  <a:lnTo>
                    <a:pt x="84" y="88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C85937AE-5276-446F-AB67-7B60605D46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76" y="3923"/>
              <a:ext cx="85" cy="88"/>
            </a:xfrm>
            <a:custGeom>
              <a:avLst/>
              <a:gdLst>
                <a:gd name="T0" fmla="*/ 0 w 94"/>
                <a:gd name="T1" fmla="*/ 96 h 96"/>
                <a:gd name="T2" fmla="*/ 0 w 94"/>
                <a:gd name="T3" fmla="*/ 0 h 96"/>
                <a:gd name="T4" fmla="*/ 77 w 94"/>
                <a:gd name="T5" fmla="*/ 0 h 96"/>
                <a:gd name="T6" fmla="*/ 93 w 94"/>
                <a:gd name="T7" fmla="*/ 16 h 96"/>
                <a:gd name="T8" fmla="*/ 93 w 94"/>
                <a:gd name="T9" fmla="*/ 48 h 96"/>
                <a:gd name="T10" fmla="*/ 74 w 94"/>
                <a:gd name="T11" fmla="*/ 63 h 96"/>
                <a:gd name="T12" fmla="*/ 72 w 94"/>
                <a:gd name="T13" fmla="*/ 63 h 96"/>
                <a:gd name="T14" fmla="*/ 94 w 94"/>
                <a:gd name="T15" fmla="*/ 96 h 96"/>
                <a:gd name="T16" fmla="*/ 69 w 94"/>
                <a:gd name="T17" fmla="*/ 96 h 96"/>
                <a:gd name="T18" fmla="*/ 48 w 94"/>
                <a:gd name="T19" fmla="*/ 63 h 96"/>
                <a:gd name="T20" fmla="*/ 23 w 94"/>
                <a:gd name="T21" fmla="*/ 63 h 96"/>
                <a:gd name="T22" fmla="*/ 23 w 94"/>
                <a:gd name="T23" fmla="*/ 96 h 96"/>
                <a:gd name="T24" fmla="*/ 0 w 94"/>
                <a:gd name="T25" fmla="*/ 96 h 96"/>
                <a:gd name="T26" fmla="*/ 23 w 94"/>
                <a:gd name="T27" fmla="*/ 44 h 96"/>
                <a:gd name="T28" fmla="*/ 71 w 94"/>
                <a:gd name="T29" fmla="*/ 44 h 96"/>
                <a:gd name="T30" fmla="*/ 71 w 94"/>
                <a:gd name="T31" fmla="*/ 19 h 96"/>
                <a:gd name="T32" fmla="*/ 23 w 94"/>
                <a:gd name="T33" fmla="*/ 19 h 96"/>
                <a:gd name="T34" fmla="*/ 23 w 94"/>
                <a:gd name="T35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4" h="96">
                  <a:moveTo>
                    <a:pt x="0" y="96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7" y="0"/>
                    <a:pt x="93" y="6"/>
                    <a:pt x="93" y="16"/>
                  </a:cubicBezTo>
                  <a:cubicBezTo>
                    <a:pt x="93" y="48"/>
                    <a:pt x="93" y="48"/>
                    <a:pt x="93" y="48"/>
                  </a:cubicBezTo>
                  <a:cubicBezTo>
                    <a:pt x="93" y="56"/>
                    <a:pt x="87" y="63"/>
                    <a:pt x="74" y="63"/>
                  </a:cubicBezTo>
                  <a:cubicBezTo>
                    <a:pt x="73" y="63"/>
                    <a:pt x="72" y="63"/>
                    <a:pt x="72" y="63"/>
                  </a:cubicBezTo>
                  <a:cubicBezTo>
                    <a:pt x="94" y="96"/>
                    <a:pt x="94" y="96"/>
                    <a:pt x="94" y="96"/>
                  </a:cubicBezTo>
                  <a:cubicBezTo>
                    <a:pt x="69" y="96"/>
                    <a:pt x="69" y="96"/>
                    <a:pt x="69" y="96"/>
                  </a:cubicBezTo>
                  <a:cubicBezTo>
                    <a:pt x="48" y="63"/>
                    <a:pt x="48" y="63"/>
                    <a:pt x="48" y="63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3" y="96"/>
                    <a:pt x="23" y="96"/>
                    <a:pt x="23" y="96"/>
                  </a:cubicBezTo>
                  <a:lnTo>
                    <a:pt x="0" y="96"/>
                  </a:lnTo>
                  <a:close/>
                  <a:moveTo>
                    <a:pt x="23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1" y="19"/>
                    <a:pt x="71" y="19"/>
                    <a:pt x="71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44"/>
                    <a:pt x="23" y="44"/>
                    <a:pt x="23" y="4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1142013A-0C22-460F-9469-E0A34D93C5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7" y="3923"/>
              <a:ext cx="84" cy="88"/>
            </a:xfrm>
            <a:custGeom>
              <a:avLst/>
              <a:gdLst>
                <a:gd name="T0" fmla="*/ 23 w 92"/>
                <a:gd name="T1" fmla="*/ 96 h 96"/>
                <a:gd name="T2" fmla="*/ 15 w 92"/>
                <a:gd name="T3" fmla="*/ 96 h 96"/>
                <a:gd name="T4" fmla="*/ 0 w 92"/>
                <a:gd name="T5" fmla="*/ 82 h 96"/>
                <a:gd name="T6" fmla="*/ 0 w 92"/>
                <a:gd name="T7" fmla="*/ 70 h 96"/>
                <a:gd name="T8" fmla="*/ 23 w 92"/>
                <a:gd name="T9" fmla="*/ 70 h 96"/>
                <a:gd name="T10" fmla="*/ 23 w 92"/>
                <a:gd name="T11" fmla="*/ 77 h 96"/>
                <a:gd name="T12" fmla="*/ 70 w 92"/>
                <a:gd name="T13" fmla="*/ 77 h 96"/>
                <a:gd name="T14" fmla="*/ 70 w 92"/>
                <a:gd name="T15" fmla="*/ 57 h 96"/>
                <a:gd name="T16" fmla="*/ 16 w 92"/>
                <a:gd name="T17" fmla="*/ 57 h 96"/>
                <a:gd name="T18" fmla="*/ 1 w 92"/>
                <a:gd name="T19" fmla="*/ 43 h 96"/>
                <a:gd name="T20" fmla="*/ 1 w 92"/>
                <a:gd name="T21" fmla="*/ 15 h 96"/>
                <a:gd name="T22" fmla="*/ 16 w 92"/>
                <a:gd name="T23" fmla="*/ 0 h 96"/>
                <a:gd name="T24" fmla="*/ 78 w 92"/>
                <a:gd name="T25" fmla="*/ 0 h 96"/>
                <a:gd name="T26" fmla="*/ 92 w 92"/>
                <a:gd name="T27" fmla="*/ 16 h 96"/>
                <a:gd name="T28" fmla="*/ 92 w 92"/>
                <a:gd name="T29" fmla="*/ 27 h 96"/>
                <a:gd name="T30" fmla="*/ 70 w 92"/>
                <a:gd name="T31" fmla="*/ 27 h 96"/>
                <a:gd name="T32" fmla="*/ 70 w 92"/>
                <a:gd name="T33" fmla="*/ 19 h 96"/>
                <a:gd name="T34" fmla="*/ 23 w 92"/>
                <a:gd name="T35" fmla="*/ 19 h 96"/>
                <a:gd name="T36" fmla="*/ 23 w 92"/>
                <a:gd name="T37" fmla="*/ 38 h 96"/>
                <a:gd name="T38" fmla="*/ 77 w 92"/>
                <a:gd name="T39" fmla="*/ 38 h 96"/>
                <a:gd name="T40" fmla="*/ 92 w 92"/>
                <a:gd name="T41" fmla="*/ 54 h 96"/>
                <a:gd name="T42" fmla="*/ 92 w 92"/>
                <a:gd name="T43" fmla="*/ 81 h 96"/>
                <a:gd name="T44" fmla="*/ 77 w 92"/>
                <a:gd name="T45" fmla="*/ 96 h 96"/>
                <a:gd name="T46" fmla="*/ 23 w 92"/>
                <a:gd name="T47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2" h="96">
                  <a:moveTo>
                    <a:pt x="23" y="96"/>
                  </a:moveTo>
                  <a:cubicBezTo>
                    <a:pt x="15" y="96"/>
                    <a:pt x="15" y="96"/>
                    <a:pt x="15" y="96"/>
                  </a:cubicBezTo>
                  <a:cubicBezTo>
                    <a:pt x="5" y="96"/>
                    <a:pt x="0" y="90"/>
                    <a:pt x="0" y="82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77"/>
                    <a:pt x="23" y="77"/>
                    <a:pt x="23" y="77"/>
                  </a:cubicBezTo>
                  <a:cubicBezTo>
                    <a:pt x="70" y="77"/>
                    <a:pt x="70" y="77"/>
                    <a:pt x="70" y="77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70" y="57"/>
                    <a:pt x="24" y="57"/>
                    <a:pt x="16" y="57"/>
                  </a:cubicBezTo>
                  <a:cubicBezTo>
                    <a:pt x="7" y="57"/>
                    <a:pt x="1" y="51"/>
                    <a:pt x="1" y="43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1" y="6"/>
                    <a:pt x="8" y="0"/>
                    <a:pt x="16" y="0"/>
                  </a:cubicBezTo>
                  <a:cubicBezTo>
                    <a:pt x="24" y="0"/>
                    <a:pt x="78" y="0"/>
                    <a:pt x="78" y="0"/>
                  </a:cubicBezTo>
                  <a:cubicBezTo>
                    <a:pt x="86" y="0"/>
                    <a:pt x="92" y="6"/>
                    <a:pt x="92" y="16"/>
                  </a:cubicBezTo>
                  <a:cubicBezTo>
                    <a:pt x="92" y="25"/>
                    <a:pt x="92" y="27"/>
                    <a:pt x="92" y="27"/>
                  </a:cubicBezTo>
                  <a:cubicBezTo>
                    <a:pt x="70" y="27"/>
                    <a:pt x="70" y="27"/>
                    <a:pt x="70" y="27"/>
                  </a:cubicBezTo>
                  <a:cubicBezTo>
                    <a:pt x="70" y="19"/>
                    <a:pt x="70" y="19"/>
                    <a:pt x="70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8"/>
                    <a:pt x="23" y="38"/>
                    <a:pt x="23" y="38"/>
                  </a:cubicBezTo>
                  <a:cubicBezTo>
                    <a:pt x="77" y="38"/>
                    <a:pt x="77" y="38"/>
                    <a:pt x="77" y="38"/>
                  </a:cubicBezTo>
                  <a:cubicBezTo>
                    <a:pt x="85" y="38"/>
                    <a:pt x="92" y="44"/>
                    <a:pt x="92" y="54"/>
                  </a:cubicBezTo>
                  <a:cubicBezTo>
                    <a:pt x="92" y="81"/>
                    <a:pt x="92" y="81"/>
                    <a:pt x="92" y="81"/>
                  </a:cubicBezTo>
                  <a:cubicBezTo>
                    <a:pt x="92" y="90"/>
                    <a:pt x="87" y="96"/>
                    <a:pt x="77" y="96"/>
                  </a:cubicBezTo>
                  <a:cubicBezTo>
                    <a:pt x="68" y="96"/>
                    <a:pt x="23" y="96"/>
                    <a:pt x="23" y="9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0F3AFC74-3794-4E77-9F20-A4B649553C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80" y="3923"/>
              <a:ext cx="90" cy="88"/>
            </a:xfrm>
            <a:custGeom>
              <a:avLst/>
              <a:gdLst>
                <a:gd name="T0" fmla="*/ 0 w 90"/>
                <a:gd name="T1" fmla="*/ 88 h 88"/>
                <a:gd name="T2" fmla="*/ 0 w 90"/>
                <a:gd name="T3" fmla="*/ 0 h 88"/>
                <a:gd name="T4" fmla="*/ 21 w 90"/>
                <a:gd name="T5" fmla="*/ 0 h 88"/>
                <a:gd name="T6" fmla="*/ 21 w 90"/>
                <a:gd name="T7" fmla="*/ 36 h 88"/>
                <a:gd name="T8" fmla="*/ 60 w 90"/>
                <a:gd name="T9" fmla="*/ 0 h 88"/>
                <a:gd name="T10" fmla="*/ 88 w 90"/>
                <a:gd name="T11" fmla="*/ 0 h 88"/>
                <a:gd name="T12" fmla="*/ 42 w 90"/>
                <a:gd name="T13" fmla="*/ 42 h 88"/>
                <a:gd name="T14" fmla="*/ 90 w 90"/>
                <a:gd name="T15" fmla="*/ 88 h 88"/>
                <a:gd name="T16" fmla="*/ 61 w 90"/>
                <a:gd name="T17" fmla="*/ 88 h 88"/>
                <a:gd name="T18" fmla="*/ 21 w 90"/>
                <a:gd name="T19" fmla="*/ 48 h 88"/>
                <a:gd name="T20" fmla="*/ 21 w 90"/>
                <a:gd name="T21" fmla="*/ 88 h 88"/>
                <a:gd name="T22" fmla="*/ 0 w 90"/>
                <a:gd name="T23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0" h="88">
                  <a:moveTo>
                    <a:pt x="0" y="88"/>
                  </a:moveTo>
                  <a:lnTo>
                    <a:pt x="0" y="0"/>
                  </a:lnTo>
                  <a:lnTo>
                    <a:pt x="21" y="0"/>
                  </a:lnTo>
                  <a:lnTo>
                    <a:pt x="21" y="36"/>
                  </a:lnTo>
                  <a:lnTo>
                    <a:pt x="60" y="0"/>
                  </a:lnTo>
                  <a:lnTo>
                    <a:pt x="88" y="0"/>
                  </a:lnTo>
                  <a:lnTo>
                    <a:pt x="42" y="42"/>
                  </a:lnTo>
                  <a:lnTo>
                    <a:pt x="90" y="88"/>
                  </a:lnTo>
                  <a:lnTo>
                    <a:pt x="61" y="88"/>
                  </a:lnTo>
                  <a:lnTo>
                    <a:pt x="21" y="48"/>
                  </a:lnTo>
                  <a:lnTo>
                    <a:pt x="21" y="88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1D726B94-52B6-40D9-90FC-C0F4F13240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78" y="3868"/>
              <a:ext cx="187" cy="199"/>
            </a:xfrm>
            <a:custGeom>
              <a:avLst/>
              <a:gdLst>
                <a:gd name="T0" fmla="*/ 206 w 206"/>
                <a:gd name="T1" fmla="*/ 193 h 218"/>
                <a:gd name="T2" fmla="*/ 181 w 206"/>
                <a:gd name="T3" fmla="*/ 218 h 218"/>
                <a:gd name="T4" fmla="*/ 24 w 206"/>
                <a:gd name="T5" fmla="*/ 218 h 218"/>
                <a:gd name="T6" fmla="*/ 0 w 206"/>
                <a:gd name="T7" fmla="*/ 193 h 218"/>
                <a:gd name="T8" fmla="*/ 0 w 206"/>
                <a:gd name="T9" fmla="*/ 25 h 218"/>
                <a:gd name="T10" fmla="*/ 24 w 206"/>
                <a:gd name="T11" fmla="*/ 0 h 218"/>
                <a:gd name="T12" fmla="*/ 181 w 206"/>
                <a:gd name="T13" fmla="*/ 0 h 218"/>
                <a:gd name="T14" fmla="*/ 206 w 206"/>
                <a:gd name="T15" fmla="*/ 25 h 218"/>
                <a:gd name="T16" fmla="*/ 206 w 206"/>
                <a:gd name="T17" fmla="*/ 193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6" h="218">
                  <a:moveTo>
                    <a:pt x="206" y="193"/>
                  </a:moveTo>
                  <a:cubicBezTo>
                    <a:pt x="206" y="207"/>
                    <a:pt x="195" y="218"/>
                    <a:pt x="181" y="218"/>
                  </a:cubicBezTo>
                  <a:cubicBezTo>
                    <a:pt x="24" y="218"/>
                    <a:pt x="24" y="218"/>
                    <a:pt x="24" y="218"/>
                  </a:cubicBezTo>
                  <a:cubicBezTo>
                    <a:pt x="11" y="218"/>
                    <a:pt x="0" y="207"/>
                    <a:pt x="0" y="193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181" y="0"/>
                    <a:pt x="181" y="0"/>
                    <a:pt x="181" y="0"/>
                  </a:cubicBezTo>
                  <a:cubicBezTo>
                    <a:pt x="195" y="0"/>
                    <a:pt x="206" y="11"/>
                    <a:pt x="206" y="25"/>
                  </a:cubicBezTo>
                  <a:lnTo>
                    <a:pt x="206" y="193"/>
                  </a:lnTo>
                  <a:close/>
                </a:path>
              </a:pathLst>
            </a:custGeom>
            <a:solidFill>
              <a:srgbClr val="42B0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04D1092F-9F78-4F84-96C4-3D628BA8E4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88" y="3883"/>
              <a:ext cx="166" cy="164"/>
            </a:xfrm>
            <a:custGeom>
              <a:avLst/>
              <a:gdLst>
                <a:gd name="T0" fmla="*/ 114 w 166"/>
                <a:gd name="T1" fmla="*/ 79 h 164"/>
                <a:gd name="T2" fmla="*/ 150 w 166"/>
                <a:gd name="T3" fmla="*/ 32 h 164"/>
                <a:gd name="T4" fmla="*/ 150 w 166"/>
                <a:gd name="T5" fmla="*/ 32 h 164"/>
                <a:gd name="T6" fmla="*/ 96 w 166"/>
                <a:gd name="T7" fmla="*/ 59 h 164"/>
                <a:gd name="T8" fmla="*/ 83 w 166"/>
                <a:gd name="T9" fmla="*/ 0 h 164"/>
                <a:gd name="T10" fmla="*/ 83 w 166"/>
                <a:gd name="T11" fmla="*/ 0 h 164"/>
                <a:gd name="T12" fmla="*/ 70 w 166"/>
                <a:gd name="T13" fmla="*/ 59 h 164"/>
                <a:gd name="T14" fmla="*/ 16 w 166"/>
                <a:gd name="T15" fmla="*/ 32 h 164"/>
                <a:gd name="T16" fmla="*/ 16 w 166"/>
                <a:gd name="T17" fmla="*/ 32 h 164"/>
                <a:gd name="T18" fmla="*/ 53 w 166"/>
                <a:gd name="T19" fmla="*/ 79 h 164"/>
                <a:gd name="T20" fmla="*/ 0 w 166"/>
                <a:gd name="T21" fmla="*/ 105 h 164"/>
                <a:gd name="T22" fmla="*/ 0 w 166"/>
                <a:gd name="T23" fmla="*/ 105 h 164"/>
                <a:gd name="T24" fmla="*/ 59 w 166"/>
                <a:gd name="T25" fmla="*/ 105 h 164"/>
                <a:gd name="T26" fmla="*/ 46 w 166"/>
                <a:gd name="T27" fmla="*/ 164 h 164"/>
                <a:gd name="T28" fmla="*/ 46 w 166"/>
                <a:gd name="T29" fmla="*/ 164 h 164"/>
                <a:gd name="T30" fmla="*/ 83 w 166"/>
                <a:gd name="T31" fmla="*/ 117 h 164"/>
                <a:gd name="T32" fmla="*/ 120 w 166"/>
                <a:gd name="T33" fmla="*/ 164 h 164"/>
                <a:gd name="T34" fmla="*/ 121 w 166"/>
                <a:gd name="T35" fmla="*/ 164 h 164"/>
                <a:gd name="T36" fmla="*/ 107 w 166"/>
                <a:gd name="T37" fmla="*/ 105 h 164"/>
                <a:gd name="T38" fmla="*/ 166 w 166"/>
                <a:gd name="T39" fmla="*/ 105 h 164"/>
                <a:gd name="T40" fmla="*/ 166 w 166"/>
                <a:gd name="T41" fmla="*/ 105 h 164"/>
                <a:gd name="T42" fmla="*/ 114 w 166"/>
                <a:gd name="T43" fmla="*/ 79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6" h="164">
                  <a:moveTo>
                    <a:pt x="114" y="79"/>
                  </a:moveTo>
                  <a:lnTo>
                    <a:pt x="150" y="32"/>
                  </a:lnTo>
                  <a:lnTo>
                    <a:pt x="150" y="32"/>
                  </a:lnTo>
                  <a:lnTo>
                    <a:pt x="96" y="59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70" y="59"/>
                  </a:lnTo>
                  <a:lnTo>
                    <a:pt x="16" y="32"/>
                  </a:lnTo>
                  <a:lnTo>
                    <a:pt x="16" y="32"/>
                  </a:lnTo>
                  <a:lnTo>
                    <a:pt x="53" y="79"/>
                  </a:lnTo>
                  <a:lnTo>
                    <a:pt x="0" y="105"/>
                  </a:lnTo>
                  <a:lnTo>
                    <a:pt x="0" y="105"/>
                  </a:lnTo>
                  <a:lnTo>
                    <a:pt x="59" y="105"/>
                  </a:lnTo>
                  <a:lnTo>
                    <a:pt x="46" y="164"/>
                  </a:lnTo>
                  <a:lnTo>
                    <a:pt x="46" y="164"/>
                  </a:lnTo>
                  <a:lnTo>
                    <a:pt x="83" y="117"/>
                  </a:lnTo>
                  <a:lnTo>
                    <a:pt x="120" y="164"/>
                  </a:lnTo>
                  <a:lnTo>
                    <a:pt x="121" y="164"/>
                  </a:lnTo>
                  <a:lnTo>
                    <a:pt x="107" y="105"/>
                  </a:lnTo>
                  <a:lnTo>
                    <a:pt x="166" y="105"/>
                  </a:lnTo>
                  <a:lnTo>
                    <a:pt x="166" y="105"/>
                  </a:lnTo>
                  <a:lnTo>
                    <a:pt x="114" y="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E637B88C-6BF1-4846-8D23-5E4678D614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0399" y="501649"/>
            <a:ext cx="6676689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Click to add title</a:t>
            </a:r>
            <a:endParaRPr lang="en-GB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EEC2DAD-CD0D-4A12-B275-257EC3F16D2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0063" y="1943100"/>
            <a:ext cx="4530725" cy="1577975"/>
          </a:xfrm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100" b="1">
                <a:solidFill>
                  <a:schemeClr val="accent1"/>
                </a:solidFill>
              </a:defRPr>
            </a:lvl2pPr>
            <a:lvl3pPr marL="360000">
              <a:defRPr>
                <a:solidFill>
                  <a:schemeClr val="tx1"/>
                </a:solidFill>
              </a:defRPr>
            </a:lvl3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Click to add text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E3EA61B2-2CC5-4483-A81E-CE7D1E1135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0063" y="4078099"/>
            <a:ext cx="4532400" cy="230376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sz="1100" b="1">
                <a:solidFill>
                  <a:schemeClr val="accent1"/>
                </a:solidFill>
              </a:defRPr>
            </a:lvl1pPr>
            <a:lvl2pPr marL="180000" indent="-180000">
              <a:spcBef>
                <a:spcPts val="0"/>
              </a:spcBef>
              <a:buFont typeface="Arial" panose="020B0604020202020204" pitchFamily="34" charset="0"/>
              <a:buChar char="•"/>
              <a:defRPr sz="1100" b="0">
                <a:solidFill>
                  <a:srgbClr val="687A86"/>
                </a:solidFill>
              </a:defRPr>
            </a:lvl2pPr>
            <a:lvl3pPr marL="360000">
              <a:defRPr>
                <a:solidFill>
                  <a:srgbClr val="687A86"/>
                </a:solidFill>
              </a:defRPr>
            </a:lvl3pPr>
            <a:lvl5pPr>
              <a:defRPr>
                <a:solidFill>
                  <a:srgbClr val="687A86"/>
                </a:solidFill>
              </a:defRPr>
            </a:lvl5pPr>
          </a:lstStyle>
          <a:p>
            <a:pPr lvl="0"/>
            <a:r>
              <a:rPr lang="en-GB" noProof="0"/>
              <a:t>Click to add text</a:t>
            </a:r>
            <a:endParaRPr lang="en-GB"/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A2424BA5-C278-45AB-B9F5-B85D4A3A86B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0063" y="4440055"/>
            <a:ext cx="3578225" cy="876454"/>
          </a:xfrm>
        </p:spPr>
        <p:txBody>
          <a:bodyPr tIns="90000" numCol="2" spcCol="180000"/>
          <a:lstStyle>
            <a:lvl1pPr marL="198000" indent="-198000">
              <a:spcAft>
                <a:spcPts val="300"/>
              </a:spcAft>
              <a:buClrTx/>
              <a:buFont typeface="+mj-lt"/>
              <a:buAutoNum type="arabicPeriod"/>
              <a:defRPr sz="1100">
                <a:solidFill>
                  <a:srgbClr val="878787"/>
                </a:solidFill>
              </a:defRPr>
            </a:lvl1pPr>
          </a:lstStyle>
          <a:p>
            <a:pPr lvl="0"/>
            <a:r>
              <a:rPr lang="en-GB" noProof="0"/>
              <a:t>Click to add text</a:t>
            </a:r>
            <a:endParaRPr lang="en-GB"/>
          </a:p>
        </p:txBody>
      </p:sp>
      <p:cxnSp>
        <p:nvCxnSpPr>
          <p:cNvPr id="12" name="Straight Connector 1">
            <a:extLst>
              <a:ext uri="{FF2B5EF4-FFF2-40B4-BE49-F238E27FC236}">
                <a16:creationId xmlns:a16="http://schemas.microsoft.com/office/drawing/2014/main" id="{CA039D30-14CC-454E-9DA1-C777E3C44776}"/>
              </a:ext>
            </a:extLst>
          </p:cNvPr>
          <p:cNvCxnSpPr/>
          <p:nvPr userDrawn="1"/>
        </p:nvCxnSpPr>
        <p:spPr>
          <a:xfrm>
            <a:off x="500064" y="4308475"/>
            <a:ext cx="5484811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">
            <a:extLst>
              <a:ext uri="{FF2B5EF4-FFF2-40B4-BE49-F238E27FC236}">
                <a16:creationId xmlns:a16="http://schemas.microsoft.com/office/drawing/2014/main" id="{EA3D1E53-A268-4438-A6D9-6DD6795760C6}"/>
              </a:ext>
            </a:extLst>
          </p:cNvPr>
          <p:cNvCxnSpPr/>
          <p:nvPr userDrawn="1"/>
        </p:nvCxnSpPr>
        <p:spPr>
          <a:xfrm>
            <a:off x="500064" y="5637213"/>
            <a:ext cx="5484811" cy="0"/>
          </a:xfrm>
          <a:prstGeom prst="line">
            <a:avLst/>
          </a:prstGeom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83C375B8-9D52-48FF-B9DE-8BD6EEC3AB3E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4DD863-7BBE-4D3F-8B44-500AE483AC81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BACDB-2C17-4569-8330-7E4B0C324ABA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1661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eak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2" y="3521074"/>
            <a:ext cx="10491787" cy="2116137"/>
          </a:xfrm>
        </p:spPr>
        <p:txBody>
          <a:bodyPr/>
          <a:lstStyle>
            <a:lvl1pPr>
              <a:defRPr sz="40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9A96F2B-17B8-409E-AEA9-1195DB57C00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44E83C0-32E9-43EF-864A-C6C82773121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08F8CACC-6EC3-45E4-B2E4-A9916C3AA0B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5D39A8-1DFB-490B-B73E-DECDD50DB2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9676" y="6134617"/>
            <a:ext cx="1435438" cy="320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3229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eaker w. picture A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</p:spPr>
        <p:txBody>
          <a:bodyPr tIns="72000" anchor="t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 via Templafy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3429000"/>
            <a:ext cx="5484812" cy="2208212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9A96F2B-17B8-409E-AEA9-1195DB57C00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44E83C0-32E9-43EF-864A-C6C82773121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96DE752-EA38-4814-AFA5-3A736D036B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252534" y="6134616"/>
            <a:ext cx="1435437" cy="320697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08F8CACC-6EC3-45E4-B2E4-A9916C3AA0B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541486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eaker w. picture B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</p:spPr>
        <p:txBody>
          <a:bodyPr tIns="72000" anchor="t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 via Templafy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2" y="3429000"/>
            <a:ext cx="5484813" cy="2208212"/>
          </a:xfrm>
        </p:spPr>
        <p:txBody>
          <a:bodyPr/>
          <a:lstStyle>
            <a:lvl1pPr>
              <a:defRPr sz="40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9A96F2B-17B8-409E-AEA9-1195DB57C00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44E83C0-32E9-43EF-864A-C6C82773121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08F8CACC-6EC3-45E4-B2E4-A9916C3AA0B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BD99E0C0-56FA-4B2A-BB66-76081F6E2F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252534" y="6134616"/>
            <a:ext cx="1435437" cy="320697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4094496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eaker w. picture C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</p:spPr>
        <p:txBody>
          <a:bodyPr tIns="72000" anchor="t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 via Templafy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23000" y="3429000"/>
            <a:ext cx="5467350" cy="2208212"/>
          </a:xfrm>
        </p:spPr>
        <p:txBody>
          <a:bodyPr/>
          <a:lstStyle>
            <a:lvl1pPr>
              <a:defRPr sz="40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9A96F2B-17B8-409E-AEA9-1195DB57C00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44E83C0-32E9-43EF-864A-C6C82773121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08F8CACC-6EC3-45E4-B2E4-A9916C3AA0B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9CFB424-23CA-445E-B56D-C6954152948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252534" y="6134616"/>
            <a:ext cx="1435437" cy="320697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842656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se story A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</p:spPr>
        <p:txBody>
          <a:bodyPr tIns="72000" anchor="t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 via Templafy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2732088"/>
            <a:ext cx="5484812" cy="2125662"/>
          </a:xfrm>
        </p:spPr>
        <p:txBody>
          <a:bodyPr/>
          <a:lstStyle>
            <a:lvl1pPr>
              <a:defRPr sz="40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48F43D1-063F-48C6-A5D5-90EFC34AB131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500062" y="6278400"/>
            <a:ext cx="2862000" cy="133200"/>
          </a:xfrm>
        </p:spPr>
        <p:txBody>
          <a:bodyPr/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/>
              <a:t>Insert case story</a:t>
            </a:r>
          </a:p>
        </p:txBody>
      </p:sp>
      <p:sp>
        <p:nvSpPr>
          <p:cNvPr id="12" name="Text Placeholder logo">
            <a:extLst>
              <a:ext uri="{FF2B5EF4-FFF2-40B4-BE49-F238E27FC236}">
                <a16:creationId xmlns:a16="http://schemas.microsoft.com/office/drawing/2014/main" id="{B9A1D87C-1728-4DC9-BEC9-168709C842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252534" y="6134616"/>
            <a:ext cx="1435437" cy="320697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A9A96F2B-17B8-409E-AEA9-1195DB57C00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10" name="Slide Number Placeholder 9" hidden="1">
            <a:extLst>
              <a:ext uri="{FF2B5EF4-FFF2-40B4-BE49-F238E27FC236}">
                <a16:creationId xmlns:a16="http://schemas.microsoft.com/office/drawing/2014/main" id="{644E83C0-32E9-43EF-864A-C6C82773121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/>
          </a:p>
          <a:p>
            <a:r>
              <a:rPr lang="en-GB"/>
              <a:t>.</a:t>
            </a:r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08F8CACC-6EC3-45E4-B2E4-A9916C3AA0B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370395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ory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6223000" y="500063"/>
            <a:ext cx="5467350" cy="5137151"/>
          </a:xfrm>
        </p:spPr>
        <p:txBody>
          <a:bodyPr tIns="72000" anchor="t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 via Templafy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2" y="2735263"/>
            <a:ext cx="5484813" cy="2365375"/>
          </a:xfrm>
        </p:spPr>
        <p:txBody>
          <a:bodyPr/>
          <a:lstStyle>
            <a:lvl1pPr>
              <a:defRPr sz="4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149FF58-D257-4EC7-B21D-296239E0971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500062" y="6278400"/>
            <a:ext cx="2862000" cy="133200"/>
          </a:xfrm>
        </p:spPr>
        <p:txBody>
          <a:bodyPr/>
          <a:lstStyle>
            <a:lvl1pPr marL="0" indent="0">
              <a:buNone/>
              <a:defRPr sz="900">
                <a:solidFill>
                  <a:srgbClr val="687A86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/>
              <a:t>Insert case story</a:t>
            </a:r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A9A96F2B-17B8-409E-AEA9-1195DB57C00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10" name="Slide Number Placeholder 9" hidden="1">
            <a:extLst>
              <a:ext uri="{FF2B5EF4-FFF2-40B4-BE49-F238E27FC236}">
                <a16:creationId xmlns:a16="http://schemas.microsoft.com/office/drawing/2014/main" id="{644E83C0-32E9-43EF-864A-C6C82773121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/>
          </a:p>
          <a:p>
            <a:r>
              <a:rPr lang="en-GB"/>
              <a:t>.</a:t>
            </a:r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08F8CACC-6EC3-45E4-B2E4-A9916C3AA0B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318373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ory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ackground">
            <a:extLst>
              <a:ext uri="{FF2B5EF4-FFF2-40B4-BE49-F238E27FC236}">
                <a16:creationId xmlns:a16="http://schemas.microsoft.com/office/drawing/2014/main" id="{AF81BF6F-7D05-4852-828C-3879CADCF160}"/>
              </a:ext>
            </a:extLst>
          </p:cNvPr>
          <p:cNvSpPr/>
          <p:nvPr userDrawn="1"/>
        </p:nvSpPr>
        <p:spPr>
          <a:xfrm>
            <a:off x="0" y="0"/>
            <a:ext cx="12190476" cy="6858000"/>
          </a:xfrm>
          <a:prstGeom prst="rect">
            <a:avLst/>
          </a:prstGeom>
          <a:solidFill>
            <a:srgbClr val="ACAC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37600" tIns="237600" rIns="237600" bIns="237600" rtlCol="0" anchor="ctr"/>
          <a:lstStyle/>
          <a:p>
            <a:pPr algn="ctr"/>
            <a:endParaRPr lang="en-GB" sz="2000" noProof="0" err="1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1FB8002-AF3C-460C-BA7E-9F5263B687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0062" y="2732088"/>
            <a:ext cx="5484813" cy="2120712"/>
          </a:xfrm>
        </p:spPr>
        <p:txBody>
          <a:bodyPr/>
          <a:lstStyle>
            <a:lvl1pPr>
              <a:tabLst>
                <a:tab pos="936000" algn="l"/>
              </a:tabLst>
              <a:defRPr sz="40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/>
              <a:t>Click to add title, tab for first line indent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1BC693FA-5D05-4C1F-8558-FBF0F1B4B03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00062" y="6250512"/>
            <a:ext cx="2862000" cy="133200"/>
          </a:xfrm>
        </p:spPr>
        <p:txBody>
          <a:bodyPr/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/>
              <a:t>Insert case story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F804FBC7-9C3E-4D1D-B918-9B6E55CB4AFF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500062" y="5084763"/>
            <a:ext cx="5486400" cy="273600"/>
          </a:xfrm>
        </p:spPr>
        <p:txBody>
          <a:bodyPr anchor="b" anchorCtr="0"/>
          <a:lstStyle>
            <a:lvl1pPr marL="0" indent="0"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pic>
        <p:nvPicPr>
          <p:cNvPr id="13" name="Logo">
            <a:extLst>
              <a:ext uri="{FF2B5EF4-FFF2-40B4-BE49-F238E27FC236}">
                <a16:creationId xmlns:a16="http://schemas.microsoft.com/office/drawing/2014/main" id="{81AC2EDD-D666-4150-9ABF-DE1FAABE1B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7214" y="6137500"/>
            <a:ext cx="1435438" cy="320697"/>
          </a:xfrm>
          <a:prstGeom prst="rect">
            <a:avLst/>
          </a:prstGeom>
        </p:spPr>
      </p:pic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BC8FE318-906F-4EA5-9B25-B9CA2667912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endParaRPr lang="en-GB"/>
          </a:p>
        </p:txBody>
      </p:sp>
      <p:sp>
        <p:nvSpPr>
          <p:cNvPr id="27" name="Footer Placeholder 18" hidden="1">
            <a:extLst>
              <a:ext uri="{FF2B5EF4-FFF2-40B4-BE49-F238E27FC236}">
                <a16:creationId xmlns:a16="http://schemas.microsoft.com/office/drawing/2014/main" id="{7BC00E8E-7767-4CBC-8922-35975B93806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28" name="Slide Number Placeholder 19" hidden="1">
            <a:extLst>
              <a:ext uri="{FF2B5EF4-FFF2-40B4-BE49-F238E27FC236}">
                <a16:creationId xmlns:a16="http://schemas.microsoft.com/office/drawing/2014/main" id="{768E6C0E-9500-4A30-831D-49B7D31ACD2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825245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ory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/>
          <p:cNvSpPr>
            <a:spLocks noGrp="1"/>
          </p:cNvSpPr>
          <p:nvPr>
            <p:ph type="pic" sz="quarter" idx="14" hasCustomPrompt="1"/>
          </p:nvPr>
        </p:nvSpPr>
        <p:spPr>
          <a:xfrm>
            <a:off x="6223001" y="501650"/>
            <a:ext cx="5467350" cy="5135563"/>
          </a:xfrm>
          <a:noFill/>
        </p:spPr>
        <p:txBody>
          <a:bodyPr tIns="72000" anchor="t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 via Templafy</a:t>
            </a: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740DA269-FA7A-44B3-BAB8-307D66285E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0062" y="2732088"/>
            <a:ext cx="5484813" cy="2125662"/>
          </a:xfrm>
        </p:spPr>
        <p:txBody>
          <a:bodyPr/>
          <a:lstStyle>
            <a:lvl1pPr>
              <a:tabLst>
                <a:tab pos="936000" algn="l"/>
              </a:tabLst>
              <a:defRPr sz="4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/>
              <a:t>Click to add title, tab for first line indent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5760E0E-D53B-47E2-9695-6AA917F7B7A1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00062" y="6252276"/>
            <a:ext cx="2862000" cy="133200"/>
          </a:xfrm>
        </p:spPr>
        <p:txBody>
          <a:bodyPr/>
          <a:lstStyle>
            <a:lvl1pPr marL="0" indent="0">
              <a:buNone/>
              <a:defRPr sz="900">
                <a:solidFill>
                  <a:schemeClr val="tx1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/>
              <a:t>Insert case story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37DD9DDB-5F46-40A0-A8FA-05AFD85DDCF9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500062" y="5084763"/>
            <a:ext cx="5486400" cy="273600"/>
          </a:xfrm>
        </p:spPr>
        <p:txBody>
          <a:bodyPr anchor="b" anchorCtr="0"/>
          <a:lstStyle>
            <a:lvl1pPr marL="0" indent="0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grpSp>
        <p:nvGrpSpPr>
          <p:cNvPr id="16" name="Group logo">
            <a:extLst>
              <a:ext uri="{FF2B5EF4-FFF2-40B4-BE49-F238E27FC236}">
                <a16:creationId xmlns:a16="http://schemas.microsoft.com/office/drawing/2014/main" id="{F096A198-57B0-402E-B8FD-71C5BF94470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256489" y="6137500"/>
            <a:ext cx="1436163" cy="320400"/>
            <a:chOff x="6478" y="3868"/>
            <a:chExt cx="892" cy="199"/>
          </a:xfrm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9735D8F0-DF96-4E27-BA61-1D988B8691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49" y="3923"/>
              <a:ext cx="104" cy="88"/>
            </a:xfrm>
            <a:custGeom>
              <a:avLst/>
              <a:gdLst>
                <a:gd name="T0" fmla="*/ 0 w 104"/>
                <a:gd name="T1" fmla="*/ 88 h 88"/>
                <a:gd name="T2" fmla="*/ 0 w 104"/>
                <a:gd name="T3" fmla="*/ 0 h 88"/>
                <a:gd name="T4" fmla="*/ 23 w 104"/>
                <a:gd name="T5" fmla="*/ 0 h 88"/>
                <a:gd name="T6" fmla="*/ 52 w 104"/>
                <a:gd name="T7" fmla="*/ 66 h 88"/>
                <a:gd name="T8" fmla="*/ 81 w 104"/>
                <a:gd name="T9" fmla="*/ 0 h 88"/>
                <a:gd name="T10" fmla="*/ 104 w 104"/>
                <a:gd name="T11" fmla="*/ 0 h 88"/>
                <a:gd name="T12" fmla="*/ 104 w 104"/>
                <a:gd name="T13" fmla="*/ 88 h 88"/>
                <a:gd name="T14" fmla="*/ 85 w 104"/>
                <a:gd name="T15" fmla="*/ 88 h 88"/>
                <a:gd name="T16" fmla="*/ 85 w 104"/>
                <a:gd name="T17" fmla="*/ 37 h 88"/>
                <a:gd name="T18" fmla="*/ 62 w 104"/>
                <a:gd name="T19" fmla="*/ 88 h 88"/>
                <a:gd name="T20" fmla="*/ 42 w 104"/>
                <a:gd name="T21" fmla="*/ 88 h 88"/>
                <a:gd name="T22" fmla="*/ 19 w 104"/>
                <a:gd name="T23" fmla="*/ 38 h 88"/>
                <a:gd name="T24" fmla="*/ 19 w 104"/>
                <a:gd name="T25" fmla="*/ 88 h 88"/>
                <a:gd name="T26" fmla="*/ 0 w 104"/>
                <a:gd name="T27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4" h="88">
                  <a:moveTo>
                    <a:pt x="0" y="88"/>
                  </a:moveTo>
                  <a:lnTo>
                    <a:pt x="0" y="0"/>
                  </a:lnTo>
                  <a:lnTo>
                    <a:pt x="23" y="0"/>
                  </a:lnTo>
                  <a:lnTo>
                    <a:pt x="52" y="66"/>
                  </a:lnTo>
                  <a:lnTo>
                    <a:pt x="81" y="0"/>
                  </a:lnTo>
                  <a:lnTo>
                    <a:pt x="104" y="0"/>
                  </a:lnTo>
                  <a:lnTo>
                    <a:pt x="104" y="88"/>
                  </a:lnTo>
                  <a:lnTo>
                    <a:pt x="85" y="88"/>
                  </a:lnTo>
                  <a:lnTo>
                    <a:pt x="85" y="37"/>
                  </a:lnTo>
                  <a:lnTo>
                    <a:pt x="62" y="88"/>
                  </a:lnTo>
                  <a:lnTo>
                    <a:pt x="42" y="88"/>
                  </a:lnTo>
                  <a:lnTo>
                    <a:pt x="19" y="38"/>
                  </a:lnTo>
                  <a:lnTo>
                    <a:pt x="19" y="88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1497644D-7612-422C-AF4D-1E0DD38545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861" y="3923"/>
              <a:ext cx="106" cy="88"/>
            </a:xfrm>
            <a:custGeom>
              <a:avLst/>
              <a:gdLst>
                <a:gd name="T0" fmla="*/ 23 w 106"/>
                <a:gd name="T1" fmla="*/ 88 h 88"/>
                <a:gd name="T2" fmla="*/ 0 w 106"/>
                <a:gd name="T3" fmla="*/ 88 h 88"/>
                <a:gd name="T4" fmla="*/ 40 w 106"/>
                <a:gd name="T5" fmla="*/ 0 h 88"/>
                <a:gd name="T6" fmla="*/ 67 w 106"/>
                <a:gd name="T7" fmla="*/ 0 h 88"/>
                <a:gd name="T8" fmla="*/ 106 w 106"/>
                <a:gd name="T9" fmla="*/ 88 h 88"/>
                <a:gd name="T10" fmla="*/ 84 w 106"/>
                <a:gd name="T11" fmla="*/ 88 h 88"/>
                <a:gd name="T12" fmla="*/ 76 w 106"/>
                <a:gd name="T13" fmla="*/ 71 h 88"/>
                <a:gd name="T14" fmla="*/ 30 w 106"/>
                <a:gd name="T15" fmla="*/ 71 h 88"/>
                <a:gd name="T16" fmla="*/ 23 w 106"/>
                <a:gd name="T17" fmla="*/ 88 h 88"/>
                <a:gd name="T18" fmla="*/ 69 w 106"/>
                <a:gd name="T19" fmla="*/ 54 h 88"/>
                <a:gd name="T20" fmla="*/ 53 w 106"/>
                <a:gd name="T21" fmla="*/ 17 h 88"/>
                <a:gd name="T22" fmla="*/ 38 w 106"/>
                <a:gd name="T23" fmla="*/ 54 h 88"/>
                <a:gd name="T24" fmla="*/ 69 w 106"/>
                <a:gd name="T25" fmla="*/ 54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6" h="88">
                  <a:moveTo>
                    <a:pt x="23" y="88"/>
                  </a:moveTo>
                  <a:lnTo>
                    <a:pt x="0" y="88"/>
                  </a:lnTo>
                  <a:lnTo>
                    <a:pt x="40" y="0"/>
                  </a:lnTo>
                  <a:lnTo>
                    <a:pt x="67" y="0"/>
                  </a:lnTo>
                  <a:lnTo>
                    <a:pt x="106" y="88"/>
                  </a:lnTo>
                  <a:lnTo>
                    <a:pt x="84" y="88"/>
                  </a:lnTo>
                  <a:lnTo>
                    <a:pt x="76" y="71"/>
                  </a:lnTo>
                  <a:lnTo>
                    <a:pt x="30" y="71"/>
                  </a:lnTo>
                  <a:lnTo>
                    <a:pt x="23" y="88"/>
                  </a:lnTo>
                  <a:close/>
                  <a:moveTo>
                    <a:pt x="69" y="54"/>
                  </a:moveTo>
                  <a:lnTo>
                    <a:pt x="53" y="17"/>
                  </a:lnTo>
                  <a:lnTo>
                    <a:pt x="38" y="54"/>
                  </a:lnTo>
                  <a:lnTo>
                    <a:pt x="69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6B732CD-52AC-420B-8B09-36FD5C70C8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76" y="3923"/>
              <a:ext cx="84" cy="88"/>
            </a:xfrm>
            <a:custGeom>
              <a:avLst/>
              <a:gdLst>
                <a:gd name="T0" fmla="*/ 0 w 84"/>
                <a:gd name="T1" fmla="*/ 88 h 88"/>
                <a:gd name="T2" fmla="*/ 0 w 84"/>
                <a:gd name="T3" fmla="*/ 0 h 88"/>
                <a:gd name="T4" fmla="*/ 83 w 84"/>
                <a:gd name="T5" fmla="*/ 0 h 88"/>
                <a:gd name="T6" fmla="*/ 83 w 84"/>
                <a:gd name="T7" fmla="*/ 18 h 88"/>
                <a:gd name="T8" fmla="*/ 20 w 84"/>
                <a:gd name="T9" fmla="*/ 18 h 88"/>
                <a:gd name="T10" fmla="*/ 20 w 84"/>
                <a:gd name="T11" fmla="*/ 35 h 88"/>
                <a:gd name="T12" fmla="*/ 75 w 84"/>
                <a:gd name="T13" fmla="*/ 35 h 88"/>
                <a:gd name="T14" fmla="*/ 75 w 84"/>
                <a:gd name="T15" fmla="*/ 53 h 88"/>
                <a:gd name="T16" fmla="*/ 20 w 84"/>
                <a:gd name="T17" fmla="*/ 53 h 88"/>
                <a:gd name="T18" fmla="*/ 20 w 84"/>
                <a:gd name="T19" fmla="*/ 71 h 88"/>
                <a:gd name="T20" fmla="*/ 84 w 84"/>
                <a:gd name="T21" fmla="*/ 71 h 88"/>
                <a:gd name="T22" fmla="*/ 84 w 84"/>
                <a:gd name="T23" fmla="*/ 88 h 88"/>
                <a:gd name="T24" fmla="*/ 0 w 84"/>
                <a:gd name="T25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4" h="88">
                  <a:moveTo>
                    <a:pt x="0" y="88"/>
                  </a:moveTo>
                  <a:lnTo>
                    <a:pt x="0" y="0"/>
                  </a:lnTo>
                  <a:lnTo>
                    <a:pt x="83" y="0"/>
                  </a:lnTo>
                  <a:lnTo>
                    <a:pt x="83" y="18"/>
                  </a:lnTo>
                  <a:lnTo>
                    <a:pt x="20" y="18"/>
                  </a:lnTo>
                  <a:lnTo>
                    <a:pt x="20" y="35"/>
                  </a:lnTo>
                  <a:lnTo>
                    <a:pt x="75" y="35"/>
                  </a:lnTo>
                  <a:lnTo>
                    <a:pt x="75" y="53"/>
                  </a:lnTo>
                  <a:lnTo>
                    <a:pt x="20" y="53"/>
                  </a:lnTo>
                  <a:lnTo>
                    <a:pt x="20" y="71"/>
                  </a:lnTo>
                  <a:lnTo>
                    <a:pt x="84" y="71"/>
                  </a:lnTo>
                  <a:lnTo>
                    <a:pt x="84" y="88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C85937AE-5276-446F-AB67-7B60605D46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76" y="3923"/>
              <a:ext cx="85" cy="88"/>
            </a:xfrm>
            <a:custGeom>
              <a:avLst/>
              <a:gdLst>
                <a:gd name="T0" fmla="*/ 0 w 94"/>
                <a:gd name="T1" fmla="*/ 96 h 96"/>
                <a:gd name="T2" fmla="*/ 0 w 94"/>
                <a:gd name="T3" fmla="*/ 0 h 96"/>
                <a:gd name="T4" fmla="*/ 77 w 94"/>
                <a:gd name="T5" fmla="*/ 0 h 96"/>
                <a:gd name="T6" fmla="*/ 93 w 94"/>
                <a:gd name="T7" fmla="*/ 16 h 96"/>
                <a:gd name="T8" fmla="*/ 93 w 94"/>
                <a:gd name="T9" fmla="*/ 48 h 96"/>
                <a:gd name="T10" fmla="*/ 74 w 94"/>
                <a:gd name="T11" fmla="*/ 63 h 96"/>
                <a:gd name="T12" fmla="*/ 72 w 94"/>
                <a:gd name="T13" fmla="*/ 63 h 96"/>
                <a:gd name="T14" fmla="*/ 94 w 94"/>
                <a:gd name="T15" fmla="*/ 96 h 96"/>
                <a:gd name="T16" fmla="*/ 69 w 94"/>
                <a:gd name="T17" fmla="*/ 96 h 96"/>
                <a:gd name="T18" fmla="*/ 48 w 94"/>
                <a:gd name="T19" fmla="*/ 63 h 96"/>
                <a:gd name="T20" fmla="*/ 23 w 94"/>
                <a:gd name="T21" fmla="*/ 63 h 96"/>
                <a:gd name="T22" fmla="*/ 23 w 94"/>
                <a:gd name="T23" fmla="*/ 96 h 96"/>
                <a:gd name="T24" fmla="*/ 0 w 94"/>
                <a:gd name="T25" fmla="*/ 96 h 96"/>
                <a:gd name="T26" fmla="*/ 23 w 94"/>
                <a:gd name="T27" fmla="*/ 44 h 96"/>
                <a:gd name="T28" fmla="*/ 71 w 94"/>
                <a:gd name="T29" fmla="*/ 44 h 96"/>
                <a:gd name="T30" fmla="*/ 71 w 94"/>
                <a:gd name="T31" fmla="*/ 19 h 96"/>
                <a:gd name="T32" fmla="*/ 23 w 94"/>
                <a:gd name="T33" fmla="*/ 19 h 96"/>
                <a:gd name="T34" fmla="*/ 23 w 94"/>
                <a:gd name="T35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4" h="96">
                  <a:moveTo>
                    <a:pt x="0" y="96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7" y="0"/>
                    <a:pt x="93" y="6"/>
                    <a:pt x="93" y="16"/>
                  </a:cubicBezTo>
                  <a:cubicBezTo>
                    <a:pt x="93" y="48"/>
                    <a:pt x="93" y="48"/>
                    <a:pt x="93" y="48"/>
                  </a:cubicBezTo>
                  <a:cubicBezTo>
                    <a:pt x="93" y="56"/>
                    <a:pt x="87" y="63"/>
                    <a:pt x="74" y="63"/>
                  </a:cubicBezTo>
                  <a:cubicBezTo>
                    <a:pt x="73" y="63"/>
                    <a:pt x="72" y="63"/>
                    <a:pt x="72" y="63"/>
                  </a:cubicBezTo>
                  <a:cubicBezTo>
                    <a:pt x="94" y="96"/>
                    <a:pt x="94" y="96"/>
                    <a:pt x="94" y="96"/>
                  </a:cubicBezTo>
                  <a:cubicBezTo>
                    <a:pt x="69" y="96"/>
                    <a:pt x="69" y="96"/>
                    <a:pt x="69" y="96"/>
                  </a:cubicBezTo>
                  <a:cubicBezTo>
                    <a:pt x="48" y="63"/>
                    <a:pt x="48" y="63"/>
                    <a:pt x="48" y="63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3" y="96"/>
                    <a:pt x="23" y="96"/>
                    <a:pt x="23" y="96"/>
                  </a:cubicBezTo>
                  <a:lnTo>
                    <a:pt x="0" y="96"/>
                  </a:lnTo>
                  <a:close/>
                  <a:moveTo>
                    <a:pt x="23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1" y="19"/>
                    <a:pt x="71" y="19"/>
                    <a:pt x="71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44"/>
                    <a:pt x="23" y="44"/>
                    <a:pt x="23" y="4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1142013A-0C22-460F-9469-E0A34D93C5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7" y="3923"/>
              <a:ext cx="84" cy="88"/>
            </a:xfrm>
            <a:custGeom>
              <a:avLst/>
              <a:gdLst>
                <a:gd name="T0" fmla="*/ 23 w 92"/>
                <a:gd name="T1" fmla="*/ 96 h 96"/>
                <a:gd name="T2" fmla="*/ 15 w 92"/>
                <a:gd name="T3" fmla="*/ 96 h 96"/>
                <a:gd name="T4" fmla="*/ 0 w 92"/>
                <a:gd name="T5" fmla="*/ 82 h 96"/>
                <a:gd name="T6" fmla="*/ 0 w 92"/>
                <a:gd name="T7" fmla="*/ 70 h 96"/>
                <a:gd name="T8" fmla="*/ 23 w 92"/>
                <a:gd name="T9" fmla="*/ 70 h 96"/>
                <a:gd name="T10" fmla="*/ 23 w 92"/>
                <a:gd name="T11" fmla="*/ 77 h 96"/>
                <a:gd name="T12" fmla="*/ 70 w 92"/>
                <a:gd name="T13" fmla="*/ 77 h 96"/>
                <a:gd name="T14" fmla="*/ 70 w 92"/>
                <a:gd name="T15" fmla="*/ 57 h 96"/>
                <a:gd name="T16" fmla="*/ 16 w 92"/>
                <a:gd name="T17" fmla="*/ 57 h 96"/>
                <a:gd name="T18" fmla="*/ 1 w 92"/>
                <a:gd name="T19" fmla="*/ 43 h 96"/>
                <a:gd name="T20" fmla="*/ 1 w 92"/>
                <a:gd name="T21" fmla="*/ 15 h 96"/>
                <a:gd name="T22" fmla="*/ 16 w 92"/>
                <a:gd name="T23" fmla="*/ 0 h 96"/>
                <a:gd name="T24" fmla="*/ 78 w 92"/>
                <a:gd name="T25" fmla="*/ 0 h 96"/>
                <a:gd name="T26" fmla="*/ 92 w 92"/>
                <a:gd name="T27" fmla="*/ 16 h 96"/>
                <a:gd name="T28" fmla="*/ 92 w 92"/>
                <a:gd name="T29" fmla="*/ 27 h 96"/>
                <a:gd name="T30" fmla="*/ 70 w 92"/>
                <a:gd name="T31" fmla="*/ 27 h 96"/>
                <a:gd name="T32" fmla="*/ 70 w 92"/>
                <a:gd name="T33" fmla="*/ 19 h 96"/>
                <a:gd name="T34" fmla="*/ 23 w 92"/>
                <a:gd name="T35" fmla="*/ 19 h 96"/>
                <a:gd name="T36" fmla="*/ 23 w 92"/>
                <a:gd name="T37" fmla="*/ 38 h 96"/>
                <a:gd name="T38" fmla="*/ 77 w 92"/>
                <a:gd name="T39" fmla="*/ 38 h 96"/>
                <a:gd name="T40" fmla="*/ 92 w 92"/>
                <a:gd name="T41" fmla="*/ 54 h 96"/>
                <a:gd name="T42" fmla="*/ 92 w 92"/>
                <a:gd name="T43" fmla="*/ 81 h 96"/>
                <a:gd name="T44" fmla="*/ 77 w 92"/>
                <a:gd name="T45" fmla="*/ 96 h 96"/>
                <a:gd name="T46" fmla="*/ 23 w 92"/>
                <a:gd name="T47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2" h="96">
                  <a:moveTo>
                    <a:pt x="23" y="96"/>
                  </a:moveTo>
                  <a:cubicBezTo>
                    <a:pt x="15" y="96"/>
                    <a:pt x="15" y="96"/>
                    <a:pt x="15" y="96"/>
                  </a:cubicBezTo>
                  <a:cubicBezTo>
                    <a:pt x="5" y="96"/>
                    <a:pt x="0" y="90"/>
                    <a:pt x="0" y="82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77"/>
                    <a:pt x="23" y="77"/>
                    <a:pt x="23" y="77"/>
                  </a:cubicBezTo>
                  <a:cubicBezTo>
                    <a:pt x="70" y="77"/>
                    <a:pt x="70" y="77"/>
                    <a:pt x="70" y="77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70" y="57"/>
                    <a:pt x="24" y="57"/>
                    <a:pt x="16" y="57"/>
                  </a:cubicBezTo>
                  <a:cubicBezTo>
                    <a:pt x="7" y="57"/>
                    <a:pt x="1" y="51"/>
                    <a:pt x="1" y="43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1" y="6"/>
                    <a:pt x="8" y="0"/>
                    <a:pt x="16" y="0"/>
                  </a:cubicBezTo>
                  <a:cubicBezTo>
                    <a:pt x="24" y="0"/>
                    <a:pt x="78" y="0"/>
                    <a:pt x="78" y="0"/>
                  </a:cubicBezTo>
                  <a:cubicBezTo>
                    <a:pt x="86" y="0"/>
                    <a:pt x="92" y="6"/>
                    <a:pt x="92" y="16"/>
                  </a:cubicBezTo>
                  <a:cubicBezTo>
                    <a:pt x="92" y="25"/>
                    <a:pt x="92" y="27"/>
                    <a:pt x="92" y="27"/>
                  </a:cubicBezTo>
                  <a:cubicBezTo>
                    <a:pt x="70" y="27"/>
                    <a:pt x="70" y="27"/>
                    <a:pt x="70" y="27"/>
                  </a:cubicBezTo>
                  <a:cubicBezTo>
                    <a:pt x="70" y="19"/>
                    <a:pt x="70" y="19"/>
                    <a:pt x="70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8"/>
                    <a:pt x="23" y="38"/>
                    <a:pt x="23" y="38"/>
                  </a:cubicBezTo>
                  <a:cubicBezTo>
                    <a:pt x="77" y="38"/>
                    <a:pt x="77" y="38"/>
                    <a:pt x="77" y="38"/>
                  </a:cubicBezTo>
                  <a:cubicBezTo>
                    <a:pt x="85" y="38"/>
                    <a:pt x="92" y="44"/>
                    <a:pt x="92" y="54"/>
                  </a:cubicBezTo>
                  <a:cubicBezTo>
                    <a:pt x="92" y="81"/>
                    <a:pt x="92" y="81"/>
                    <a:pt x="92" y="81"/>
                  </a:cubicBezTo>
                  <a:cubicBezTo>
                    <a:pt x="92" y="90"/>
                    <a:pt x="87" y="96"/>
                    <a:pt x="77" y="96"/>
                  </a:cubicBezTo>
                  <a:cubicBezTo>
                    <a:pt x="68" y="96"/>
                    <a:pt x="23" y="96"/>
                    <a:pt x="23" y="9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0F3AFC74-3794-4E77-9F20-A4B649553C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80" y="3923"/>
              <a:ext cx="90" cy="88"/>
            </a:xfrm>
            <a:custGeom>
              <a:avLst/>
              <a:gdLst>
                <a:gd name="T0" fmla="*/ 0 w 90"/>
                <a:gd name="T1" fmla="*/ 88 h 88"/>
                <a:gd name="T2" fmla="*/ 0 w 90"/>
                <a:gd name="T3" fmla="*/ 0 h 88"/>
                <a:gd name="T4" fmla="*/ 21 w 90"/>
                <a:gd name="T5" fmla="*/ 0 h 88"/>
                <a:gd name="T6" fmla="*/ 21 w 90"/>
                <a:gd name="T7" fmla="*/ 36 h 88"/>
                <a:gd name="T8" fmla="*/ 60 w 90"/>
                <a:gd name="T9" fmla="*/ 0 h 88"/>
                <a:gd name="T10" fmla="*/ 88 w 90"/>
                <a:gd name="T11" fmla="*/ 0 h 88"/>
                <a:gd name="T12" fmla="*/ 42 w 90"/>
                <a:gd name="T13" fmla="*/ 42 h 88"/>
                <a:gd name="T14" fmla="*/ 90 w 90"/>
                <a:gd name="T15" fmla="*/ 88 h 88"/>
                <a:gd name="T16" fmla="*/ 61 w 90"/>
                <a:gd name="T17" fmla="*/ 88 h 88"/>
                <a:gd name="T18" fmla="*/ 21 w 90"/>
                <a:gd name="T19" fmla="*/ 48 h 88"/>
                <a:gd name="T20" fmla="*/ 21 w 90"/>
                <a:gd name="T21" fmla="*/ 88 h 88"/>
                <a:gd name="T22" fmla="*/ 0 w 90"/>
                <a:gd name="T23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0" h="88">
                  <a:moveTo>
                    <a:pt x="0" y="88"/>
                  </a:moveTo>
                  <a:lnTo>
                    <a:pt x="0" y="0"/>
                  </a:lnTo>
                  <a:lnTo>
                    <a:pt x="21" y="0"/>
                  </a:lnTo>
                  <a:lnTo>
                    <a:pt x="21" y="36"/>
                  </a:lnTo>
                  <a:lnTo>
                    <a:pt x="60" y="0"/>
                  </a:lnTo>
                  <a:lnTo>
                    <a:pt x="88" y="0"/>
                  </a:lnTo>
                  <a:lnTo>
                    <a:pt x="42" y="42"/>
                  </a:lnTo>
                  <a:lnTo>
                    <a:pt x="90" y="88"/>
                  </a:lnTo>
                  <a:lnTo>
                    <a:pt x="61" y="88"/>
                  </a:lnTo>
                  <a:lnTo>
                    <a:pt x="21" y="48"/>
                  </a:lnTo>
                  <a:lnTo>
                    <a:pt x="21" y="88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1D726B94-52B6-40D9-90FC-C0F4F13240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78" y="3868"/>
              <a:ext cx="187" cy="199"/>
            </a:xfrm>
            <a:custGeom>
              <a:avLst/>
              <a:gdLst>
                <a:gd name="T0" fmla="*/ 206 w 206"/>
                <a:gd name="T1" fmla="*/ 193 h 218"/>
                <a:gd name="T2" fmla="*/ 181 w 206"/>
                <a:gd name="T3" fmla="*/ 218 h 218"/>
                <a:gd name="T4" fmla="*/ 24 w 206"/>
                <a:gd name="T5" fmla="*/ 218 h 218"/>
                <a:gd name="T6" fmla="*/ 0 w 206"/>
                <a:gd name="T7" fmla="*/ 193 h 218"/>
                <a:gd name="T8" fmla="*/ 0 w 206"/>
                <a:gd name="T9" fmla="*/ 25 h 218"/>
                <a:gd name="T10" fmla="*/ 24 w 206"/>
                <a:gd name="T11" fmla="*/ 0 h 218"/>
                <a:gd name="T12" fmla="*/ 181 w 206"/>
                <a:gd name="T13" fmla="*/ 0 h 218"/>
                <a:gd name="T14" fmla="*/ 206 w 206"/>
                <a:gd name="T15" fmla="*/ 25 h 218"/>
                <a:gd name="T16" fmla="*/ 206 w 206"/>
                <a:gd name="T17" fmla="*/ 193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6" h="218">
                  <a:moveTo>
                    <a:pt x="206" y="193"/>
                  </a:moveTo>
                  <a:cubicBezTo>
                    <a:pt x="206" y="207"/>
                    <a:pt x="195" y="218"/>
                    <a:pt x="181" y="218"/>
                  </a:cubicBezTo>
                  <a:cubicBezTo>
                    <a:pt x="24" y="218"/>
                    <a:pt x="24" y="218"/>
                    <a:pt x="24" y="218"/>
                  </a:cubicBezTo>
                  <a:cubicBezTo>
                    <a:pt x="11" y="218"/>
                    <a:pt x="0" y="207"/>
                    <a:pt x="0" y="193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181" y="0"/>
                    <a:pt x="181" y="0"/>
                    <a:pt x="181" y="0"/>
                  </a:cubicBezTo>
                  <a:cubicBezTo>
                    <a:pt x="195" y="0"/>
                    <a:pt x="206" y="11"/>
                    <a:pt x="206" y="25"/>
                  </a:cubicBezTo>
                  <a:lnTo>
                    <a:pt x="206" y="193"/>
                  </a:lnTo>
                  <a:close/>
                </a:path>
              </a:pathLst>
            </a:custGeom>
            <a:solidFill>
              <a:srgbClr val="42B0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04D1092F-9F78-4F84-96C4-3D628BA8E4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88" y="3883"/>
              <a:ext cx="166" cy="164"/>
            </a:xfrm>
            <a:custGeom>
              <a:avLst/>
              <a:gdLst>
                <a:gd name="T0" fmla="*/ 114 w 166"/>
                <a:gd name="T1" fmla="*/ 79 h 164"/>
                <a:gd name="T2" fmla="*/ 150 w 166"/>
                <a:gd name="T3" fmla="*/ 32 h 164"/>
                <a:gd name="T4" fmla="*/ 150 w 166"/>
                <a:gd name="T5" fmla="*/ 32 h 164"/>
                <a:gd name="T6" fmla="*/ 96 w 166"/>
                <a:gd name="T7" fmla="*/ 59 h 164"/>
                <a:gd name="T8" fmla="*/ 83 w 166"/>
                <a:gd name="T9" fmla="*/ 0 h 164"/>
                <a:gd name="T10" fmla="*/ 83 w 166"/>
                <a:gd name="T11" fmla="*/ 0 h 164"/>
                <a:gd name="T12" fmla="*/ 70 w 166"/>
                <a:gd name="T13" fmla="*/ 59 h 164"/>
                <a:gd name="T14" fmla="*/ 16 w 166"/>
                <a:gd name="T15" fmla="*/ 32 h 164"/>
                <a:gd name="T16" fmla="*/ 16 w 166"/>
                <a:gd name="T17" fmla="*/ 32 h 164"/>
                <a:gd name="T18" fmla="*/ 53 w 166"/>
                <a:gd name="T19" fmla="*/ 79 h 164"/>
                <a:gd name="T20" fmla="*/ 0 w 166"/>
                <a:gd name="T21" fmla="*/ 105 h 164"/>
                <a:gd name="T22" fmla="*/ 0 w 166"/>
                <a:gd name="T23" fmla="*/ 105 h 164"/>
                <a:gd name="T24" fmla="*/ 59 w 166"/>
                <a:gd name="T25" fmla="*/ 105 h 164"/>
                <a:gd name="T26" fmla="*/ 46 w 166"/>
                <a:gd name="T27" fmla="*/ 164 h 164"/>
                <a:gd name="T28" fmla="*/ 46 w 166"/>
                <a:gd name="T29" fmla="*/ 164 h 164"/>
                <a:gd name="T30" fmla="*/ 83 w 166"/>
                <a:gd name="T31" fmla="*/ 117 h 164"/>
                <a:gd name="T32" fmla="*/ 120 w 166"/>
                <a:gd name="T33" fmla="*/ 164 h 164"/>
                <a:gd name="T34" fmla="*/ 121 w 166"/>
                <a:gd name="T35" fmla="*/ 164 h 164"/>
                <a:gd name="T36" fmla="*/ 107 w 166"/>
                <a:gd name="T37" fmla="*/ 105 h 164"/>
                <a:gd name="T38" fmla="*/ 166 w 166"/>
                <a:gd name="T39" fmla="*/ 105 h 164"/>
                <a:gd name="T40" fmla="*/ 166 w 166"/>
                <a:gd name="T41" fmla="*/ 105 h 164"/>
                <a:gd name="T42" fmla="*/ 114 w 166"/>
                <a:gd name="T43" fmla="*/ 79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6" h="164">
                  <a:moveTo>
                    <a:pt x="114" y="79"/>
                  </a:moveTo>
                  <a:lnTo>
                    <a:pt x="150" y="32"/>
                  </a:lnTo>
                  <a:lnTo>
                    <a:pt x="150" y="32"/>
                  </a:lnTo>
                  <a:lnTo>
                    <a:pt x="96" y="59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70" y="59"/>
                  </a:lnTo>
                  <a:lnTo>
                    <a:pt x="16" y="32"/>
                  </a:lnTo>
                  <a:lnTo>
                    <a:pt x="16" y="32"/>
                  </a:lnTo>
                  <a:lnTo>
                    <a:pt x="53" y="79"/>
                  </a:lnTo>
                  <a:lnTo>
                    <a:pt x="0" y="105"/>
                  </a:lnTo>
                  <a:lnTo>
                    <a:pt x="0" y="105"/>
                  </a:lnTo>
                  <a:lnTo>
                    <a:pt x="59" y="105"/>
                  </a:lnTo>
                  <a:lnTo>
                    <a:pt x="46" y="164"/>
                  </a:lnTo>
                  <a:lnTo>
                    <a:pt x="46" y="164"/>
                  </a:lnTo>
                  <a:lnTo>
                    <a:pt x="83" y="117"/>
                  </a:lnTo>
                  <a:lnTo>
                    <a:pt x="120" y="164"/>
                  </a:lnTo>
                  <a:lnTo>
                    <a:pt x="121" y="164"/>
                  </a:lnTo>
                  <a:lnTo>
                    <a:pt x="107" y="105"/>
                  </a:lnTo>
                  <a:lnTo>
                    <a:pt x="166" y="105"/>
                  </a:lnTo>
                  <a:lnTo>
                    <a:pt x="166" y="105"/>
                  </a:lnTo>
                  <a:lnTo>
                    <a:pt x="114" y="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BC8FE318-906F-4EA5-9B25-B9CA2667912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endParaRPr lang="en-GB"/>
          </a:p>
        </p:txBody>
      </p:sp>
      <p:sp>
        <p:nvSpPr>
          <p:cNvPr id="27" name="Footer Placeholder 18" hidden="1">
            <a:extLst>
              <a:ext uri="{FF2B5EF4-FFF2-40B4-BE49-F238E27FC236}">
                <a16:creationId xmlns:a16="http://schemas.microsoft.com/office/drawing/2014/main" id="{7BC00E8E-7767-4CBC-8922-35975B93806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28" name="Slide Number Placeholder 19" hidden="1">
            <a:extLst>
              <a:ext uri="{FF2B5EF4-FFF2-40B4-BE49-F238E27FC236}">
                <a16:creationId xmlns:a16="http://schemas.microsoft.com/office/drawing/2014/main" id="{768E6C0E-9500-4A30-831D-49B7D31ACD2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3211345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grey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501649"/>
            <a:ext cx="11190287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00399" y="1950097"/>
            <a:ext cx="5484475" cy="3687881"/>
          </a:xfrm>
          <a:solidFill>
            <a:schemeClr val="bg2"/>
          </a:solidFill>
        </p:spPr>
        <p:txBody>
          <a:bodyPr lIns="237600" tIns="237600" rIns="237600" bIns="237600"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24788" y="1950097"/>
            <a:ext cx="5465562" cy="3687881"/>
          </a:xfrm>
          <a:solidFill>
            <a:schemeClr val="bg2"/>
          </a:solidFill>
        </p:spPr>
        <p:txBody>
          <a:bodyPr lIns="237600" tIns="237600" rIns="237600" bIns="237600"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8C6ED01-FBEF-43FA-9DEC-6C188F0B999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6BDAC3-1A7D-4E21-85A0-10315A7DA9F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248152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grey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00400" y="1950098"/>
            <a:ext cx="3560400" cy="3686400"/>
          </a:xfrm>
          <a:solidFill>
            <a:schemeClr val="bg2"/>
          </a:solidFill>
        </p:spPr>
        <p:txBody>
          <a:bodyPr lIns="237600" tIns="237600" rIns="237600" bIns="237600"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327201" y="1950097"/>
            <a:ext cx="7363150" cy="3686400"/>
          </a:xfrm>
          <a:solidFill>
            <a:schemeClr val="bg2"/>
          </a:solidFill>
        </p:spPr>
        <p:txBody>
          <a:bodyPr lIns="237600" tIns="237600" rIns="237600" bIns="237600"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8C6ED01-FBEF-43FA-9DEC-6C188F0B999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6BDAC3-1A7D-4E21-85A0-10315A7DA9F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C0AB295-B1DB-4A8F-98EB-8D0294F097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0258033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501650"/>
            <a:ext cx="11209537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00063" y="1950097"/>
            <a:ext cx="3560736" cy="3687881"/>
          </a:xfrm>
          <a:solidFill>
            <a:schemeClr val="bg2"/>
          </a:solidFill>
        </p:spPr>
        <p:txBody>
          <a:bodyPr lIns="237600" tIns="237600" rIns="237600" bIns="237600"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326138" y="1950097"/>
            <a:ext cx="3560736" cy="3687881"/>
          </a:xfrm>
          <a:solidFill>
            <a:schemeClr val="bg2"/>
          </a:solidFill>
        </p:spPr>
        <p:txBody>
          <a:bodyPr lIns="237600" tIns="237600" rIns="237600" bIns="237600"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43327ACD-F89A-484C-8B15-F2161D2D5BC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31175" y="1950097"/>
            <a:ext cx="3559175" cy="3687881"/>
          </a:xfrm>
          <a:solidFill>
            <a:schemeClr val="bg2"/>
          </a:solidFill>
        </p:spPr>
        <p:txBody>
          <a:bodyPr lIns="237600" tIns="237600" rIns="237600" bIns="237600"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8C6ED01-FBEF-43FA-9DEC-6C188F0B999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6BDAC3-1A7D-4E21-85A0-10315A7DA9F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769180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00399" y="1501255"/>
            <a:ext cx="5484476" cy="1940400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25550" y="1501255"/>
            <a:ext cx="5464800" cy="1940400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43327ACD-F89A-484C-8B15-F2161D2D5BC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500399" y="3678175"/>
            <a:ext cx="5484476" cy="1940400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8C6ED01-FBEF-43FA-9DEC-6C188F0B999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6BDAC3-1A7D-4E21-85A0-10315A7DA9F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F9FA52E-E6B6-497B-8CDF-4291B6C70B9B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6225550" y="3678175"/>
            <a:ext cx="5464800" cy="1940400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535A655-0007-42B8-9AAE-D572D30C69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86789817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399" y="501649"/>
            <a:ext cx="11189951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00399" y="1943100"/>
            <a:ext cx="11189951" cy="369025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436AB1-5F87-45A0-A4D3-ACB62D87C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EC2C57-2A89-4D06-932E-353E043E7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C0878BA1-CFB4-4349-B120-1867D280A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848862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66D4F2E-FFF6-4D94-A0A4-43A43FCDE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10EAA6D-6226-4D0B-A23A-3D2469B69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C3750702-865E-424E-BDAE-F6B87694C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126250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017D30-3C3B-4E02-956C-526F80577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2CD91E-E870-45AB-B6B3-21B3C5472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Date Placeholder 4" hidden="1">
            <a:extLst>
              <a:ext uri="{FF2B5EF4-FFF2-40B4-BE49-F238E27FC236}">
                <a16:creationId xmlns:a16="http://schemas.microsoft.com/office/drawing/2014/main" id="{CF0E3E31-9EAD-4ECD-A589-4F158B739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384820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4308475"/>
            <a:ext cx="10491788" cy="1318735"/>
          </a:xfrm>
        </p:spPr>
        <p:txBody>
          <a:bodyPr/>
          <a:lstStyle>
            <a:lvl1pPr>
              <a:defRPr sz="4000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9A96F2B-17B8-409E-AEA9-1195DB57C00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44E83C0-32E9-43EF-864A-C6C82773121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08F8CACC-6EC3-45E4-B2E4-A9916C3AA0B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0C7CED-62BB-4D41-91E8-AED15ACB42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9676" y="6134617"/>
            <a:ext cx="1435438" cy="320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89669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w.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</p:spPr>
        <p:txBody>
          <a:bodyPr tIns="72000" anchor="t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 via Templafy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4308474"/>
            <a:ext cx="10491788" cy="1323975"/>
          </a:xfrm>
        </p:spPr>
        <p:txBody>
          <a:bodyPr/>
          <a:lstStyle>
            <a:lvl1pPr>
              <a:defRPr sz="40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9A96F2B-17B8-409E-AEA9-1195DB57C00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44E83C0-32E9-43EF-864A-C6C82773121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08F8CACC-6EC3-45E4-B2E4-A9916C3AA0B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A6CDA879-E7F2-4945-8A09-C6477E28A6A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252534" y="6134616"/>
            <a:ext cx="1435437" cy="320697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5190934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gu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3"/>
          <p:cNvSpPr txBox="1">
            <a:spLocks noChangeArrowheads="1"/>
          </p:cNvSpPr>
          <p:nvPr userDrawn="1"/>
        </p:nvSpPr>
        <p:spPr bwMode="auto">
          <a:xfrm>
            <a:off x="4325290" y="1439372"/>
            <a:ext cx="2917403" cy="472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A. Insert corporate picture</a:t>
            </a:r>
            <a:endParaRPr lang="en-GB" alt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Click the blue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Templafy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-button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 the dropdown, click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Images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, </a:t>
            </a:r>
            <a:b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or click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Images</a:t>
            </a:r>
            <a:r>
              <a:rPr lang="en-GB" altLang="da-DK" sz="900" b="0" i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-button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in the right Templafy pane</a:t>
            </a:r>
            <a:endParaRPr lang="en-GB" alt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B. Browse for other pictures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on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Image Tools 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under company tab 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on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Insert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to browse for </a:t>
            </a:r>
            <a:b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 picture</a:t>
            </a:r>
            <a:endParaRPr lang="en-GB" alt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sz="900" b="1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C. </a:t>
            </a:r>
            <a:r>
              <a:rPr lang="en-GB" sz="900" b="1" noProof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Insert copied picture</a:t>
            </a:r>
            <a:endParaRPr lang="en-GB" altLang="da-DK" sz="900" noProof="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on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Image Tools 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under company tab 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on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paste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to browse for a picture</a:t>
            </a:r>
          </a:p>
          <a:p>
            <a:pPr eaLnBrk="1" hangingPunct="1">
              <a:spcBef>
                <a:spcPts val="1000"/>
              </a:spcBef>
              <a:spcAft>
                <a:spcPts val="600"/>
              </a:spcAft>
              <a:defRPr/>
            </a:pP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Guides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To view drawing guides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View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tab, set tick mark next to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GB" alt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Hint: Alt + F9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for quick viewing of guides</a:t>
            </a:r>
          </a:p>
          <a:p>
            <a:pPr fontAlgn="auto">
              <a:spcBef>
                <a:spcPts val="1200"/>
              </a:spcBef>
              <a:spcAft>
                <a:spcPts val="600"/>
              </a:spcAft>
              <a:buFont typeface="+mj-lt"/>
              <a:buNone/>
              <a:defRPr/>
            </a:pP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Reset slide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</a:t>
            </a: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Click the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Home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tab</a:t>
            </a:r>
            <a:endParaRPr lang="en-GB" altLang="da-DK" sz="900" b="0" strike="sngStrike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</a:t>
            </a: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Click the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Reset </a:t>
            </a: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menu to reset position,</a:t>
            </a:r>
            <a:b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size</a:t>
            </a:r>
            <a:r>
              <a:rPr lang="en-GB" alt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and formatting of the slide placeholders</a:t>
            </a:r>
            <a:br>
              <a:rPr lang="en-GB" alt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to their default settings</a:t>
            </a:r>
            <a:endParaRPr lang="en-GB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endParaRPr lang="en-GB" alt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9" name="Header"/>
          <p:cNvSpPr txBox="1"/>
          <p:nvPr userDrawn="1"/>
        </p:nvSpPr>
        <p:spPr>
          <a:xfrm>
            <a:off x="481014" y="464888"/>
            <a:ext cx="11072810" cy="62914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r>
              <a:rPr kumimoji="0" lang="en-GB" sz="32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User guide – delete before use</a:t>
            </a:r>
            <a:endParaRPr lang="en-GB" sz="1800" noProof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9" name="Text Box 2"/>
          <p:cNvSpPr txBox="1">
            <a:spLocks noChangeArrowheads="1"/>
          </p:cNvSpPr>
          <p:nvPr userDrawn="1"/>
        </p:nvSpPr>
        <p:spPr bwMode="auto">
          <a:xfrm>
            <a:off x="507139" y="1439372"/>
            <a:ext cx="2412000" cy="4278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Use text</a:t>
            </a:r>
            <a:r>
              <a:rPr lang="en-GB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styles</a:t>
            </a:r>
            <a:endParaRPr lang="en-GB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Use the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-key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to jump through levels. Click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ENTER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, then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to switch from one level to the next level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To go back in levels use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SHIFT-TAB</a:t>
            </a:r>
            <a:endParaRPr lang="en-GB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Alternatively, </a:t>
            </a: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Increase</a:t>
            </a:r>
            <a:r>
              <a:rPr lang="en-GB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and </a:t>
            </a:r>
            <a:r>
              <a:rPr lang="en-GB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Decrease</a:t>
            </a:r>
            <a:br>
              <a:rPr lang="en-GB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list level can be used</a:t>
            </a:r>
          </a:p>
          <a:p>
            <a:pPr eaLnBrk="1" hangingPunct="1">
              <a:spcAft>
                <a:spcPts val="600"/>
              </a:spcAft>
              <a:defRPr/>
            </a:pPr>
            <a:endParaRPr lang="en-GB" sz="90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Use bullet button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Delete bullet for regular text.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on the bullet button to reaply the correct bullet again.</a:t>
            </a: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sz="900" b="1" noProof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Insert</a:t>
            </a:r>
            <a:r>
              <a:rPr lang="en-GB" sz="900" b="1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 a New Slide</a:t>
            </a:r>
            <a:endParaRPr lang="en-GB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on the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Home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tab</a:t>
            </a:r>
            <a:endParaRPr lang="en-GB" altLang="da-DK" sz="900" b="0" strike="sngStrike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on the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New Slide </a:t>
            </a: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to insert </a:t>
            </a:r>
            <a:b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new slide</a:t>
            </a: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sz="900" b="1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Change Slide Layout</a:t>
            </a:r>
            <a:endParaRPr lang="en-GB" alt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spcAft>
                <a:spcPts val="600"/>
              </a:spcAft>
              <a:buFont typeface="+mj-lt"/>
              <a:buNone/>
            </a:pPr>
            <a:r>
              <a:rPr lang="en-GB" sz="900" b="1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1</a:t>
            </a:r>
            <a:r>
              <a:rPr lang="en-GB" sz="900" b="1" noProof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. </a:t>
            </a:r>
            <a:r>
              <a:rPr lang="en-GB" sz="900" noProof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Click on the arrow next to </a:t>
            </a:r>
            <a:r>
              <a:rPr lang="en-GB" sz="900" b="1" noProof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Layout</a:t>
            </a:r>
            <a:br>
              <a:rPr lang="en-GB" sz="900" b="1" noProof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</a:br>
            <a:r>
              <a:rPr lang="en-GB" sz="900" noProof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to view a dropdown menu of possible  layouts</a:t>
            </a:r>
            <a:endParaRPr lang="en-GB" sz="900" noProof="0">
              <a:latin typeface="+mn-lt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Font typeface="+mj-lt"/>
              <a:buNone/>
            </a:pPr>
            <a:r>
              <a:rPr lang="en-GB" sz="900" b="1" noProof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2. </a:t>
            </a:r>
            <a:r>
              <a:rPr lang="en-GB" sz="900" noProof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Click on the layout you prefer and it</a:t>
            </a:r>
            <a:br>
              <a:rPr lang="en-GB" sz="900" noProof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</a:br>
            <a:r>
              <a:rPr lang="en-GB" sz="900" noProof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will be applied to the new slide</a:t>
            </a:r>
          </a:p>
        </p:txBody>
      </p:sp>
      <p:sp>
        <p:nvSpPr>
          <p:cNvPr id="25" name="Text Box 4"/>
          <p:cNvSpPr txBox="1">
            <a:spLocks noChangeArrowheads="1"/>
          </p:cNvSpPr>
          <p:nvPr userDrawn="1"/>
        </p:nvSpPr>
        <p:spPr bwMode="auto">
          <a:xfrm>
            <a:off x="8849935" y="1439372"/>
            <a:ext cx="2412000" cy="4375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Insert picture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On slides with picture placeholder or any other placeholder, click on the placeholder.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Hint: hold down the Shift button and click on the placeholder</a:t>
            </a:r>
            <a:endParaRPr lang="en-GB" alt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Change picture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Crop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to change size or focus of the picture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If you want to scale the picture, hold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-key down while dragging the corners of the picture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If you delete the picture and insert a new one, the picture may lie in front of the text or graphic.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If this happens, select the picture, right-click and choose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Send to Back</a:t>
            </a:r>
            <a:endParaRPr lang="en-GB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Bef>
                <a:spcPts val="1000"/>
              </a:spcBef>
              <a:spcAft>
                <a:spcPts val="600"/>
              </a:spcAft>
              <a:defRPr/>
            </a:pP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Change slide number, date and footer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Do this at the very end, so you get all the corrections on all slides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Insert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tab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on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Header and Footer 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(write the desired text)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3.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Apply to All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or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Apply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if 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only used on one slide</a:t>
            </a:r>
          </a:p>
        </p:txBody>
      </p:sp>
      <p:pic>
        <p:nvPicPr>
          <p:cNvPr id="28" name="1 Increase decreas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57291" y="2308484"/>
            <a:ext cx="549328" cy="285228"/>
          </a:xfrm>
          <a:prstGeom prst="rect">
            <a:avLst/>
          </a:prstGeom>
        </p:spPr>
      </p:pic>
      <p:pic>
        <p:nvPicPr>
          <p:cNvPr id="13" name="2 New pictur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757291" y="4038223"/>
            <a:ext cx="324764" cy="578237"/>
          </a:xfrm>
          <a:prstGeom prst="rect">
            <a:avLst/>
          </a:prstGeom>
        </p:spPr>
      </p:pic>
      <p:pic>
        <p:nvPicPr>
          <p:cNvPr id="16" name="3 Layout"/>
          <p:cNvPicPr>
            <a:picLocks noChangeAspect="1"/>
          </p:cNvPicPr>
          <p:nvPr userDrawn="1"/>
        </p:nvPicPr>
        <p:blipFill rotWithShape="1">
          <a:blip r:embed="rId4"/>
          <a:srcRect l="36944" r="2272" b="69429"/>
          <a:stretch/>
        </p:blipFill>
        <p:spPr>
          <a:xfrm>
            <a:off x="2757291" y="4861989"/>
            <a:ext cx="593368" cy="192211"/>
          </a:xfrm>
          <a:prstGeom prst="rect">
            <a:avLst/>
          </a:prstGeom>
        </p:spPr>
      </p:pic>
      <p:pic>
        <p:nvPicPr>
          <p:cNvPr id="19" name="4 Reset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116372" y="5282559"/>
            <a:ext cx="492452" cy="200416"/>
          </a:xfrm>
          <a:prstGeom prst="rect">
            <a:avLst/>
          </a:prstGeom>
        </p:spPr>
      </p:pic>
      <p:grpSp>
        <p:nvGrpSpPr>
          <p:cNvPr id="24" name="Gruppe 23">
            <a:extLst>
              <a:ext uri="{FF2B5EF4-FFF2-40B4-BE49-F238E27FC236}">
                <a16:creationId xmlns:a16="http://schemas.microsoft.com/office/drawing/2014/main" id="{48EAA219-FFE7-4387-A385-4D3D0AF728CE}"/>
              </a:ext>
            </a:extLst>
          </p:cNvPr>
          <p:cNvGrpSpPr/>
          <p:nvPr userDrawn="1"/>
        </p:nvGrpSpPr>
        <p:grpSpPr>
          <a:xfrm>
            <a:off x="7028244" y="2583743"/>
            <a:ext cx="740398" cy="734626"/>
            <a:chOff x="6398620" y="3815586"/>
            <a:chExt cx="740398" cy="734626"/>
          </a:xfrm>
        </p:grpSpPr>
        <p:pic>
          <p:nvPicPr>
            <p:cNvPr id="30" name="6 Crop">
              <a:extLst>
                <a:ext uri="{FF2B5EF4-FFF2-40B4-BE49-F238E27FC236}">
                  <a16:creationId xmlns:a16="http://schemas.microsoft.com/office/drawing/2014/main" id="{EC854AD3-9DFC-4A83-BDF0-A7E2B01F9B0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6398620" y="3815586"/>
              <a:ext cx="337400" cy="321707"/>
            </a:xfrm>
            <a:prstGeom prst="rect">
              <a:avLst/>
            </a:prstGeom>
          </p:spPr>
        </p:pic>
        <p:pic>
          <p:nvPicPr>
            <p:cNvPr id="31" name="Billede 30">
              <a:extLst>
                <a:ext uri="{FF2B5EF4-FFF2-40B4-BE49-F238E27FC236}">
                  <a16:creationId xmlns:a16="http://schemas.microsoft.com/office/drawing/2014/main" id="{E2414F06-53F0-4323-A4A9-91728B89EE8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7"/>
            <a:srcRect l="1304" t="11451" r="30180" b="46035"/>
            <a:stretch/>
          </p:blipFill>
          <p:spPr>
            <a:xfrm>
              <a:off x="6442770" y="4118189"/>
              <a:ext cx="696248" cy="432023"/>
            </a:xfrm>
            <a:prstGeom prst="rect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</p:pic>
      </p:grpSp>
      <p:grpSp>
        <p:nvGrpSpPr>
          <p:cNvPr id="32" name="Gruppe 31">
            <a:extLst>
              <a:ext uri="{FF2B5EF4-FFF2-40B4-BE49-F238E27FC236}">
                <a16:creationId xmlns:a16="http://schemas.microsoft.com/office/drawing/2014/main" id="{78224CA6-7D55-40AF-AF08-7CC6E7C4B3C8}"/>
              </a:ext>
            </a:extLst>
          </p:cNvPr>
          <p:cNvGrpSpPr/>
          <p:nvPr userDrawn="1"/>
        </p:nvGrpSpPr>
        <p:grpSpPr>
          <a:xfrm>
            <a:off x="7072982" y="3558164"/>
            <a:ext cx="740397" cy="929593"/>
            <a:chOff x="6391652" y="4854581"/>
            <a:chExt cx="740397" cy="929593"/>
          </a:xfrm>
        </p:grpSpPr>
        <p:pic>
          <p:nvPicPr>
            <p:cNvPr id="33" name="6 Crop">
              <a:extLst>
                <a:ext uri="{FF2B5EF4-FFF2-40B4-BE49-F238E27FC236}">
                  <a16:creationId xmlns:a16="http://schemas.microsoft.com/office/drawing/2014/main" id="{B89DF8E6-B7F7-4857-A1D8-15B39D7AF80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6391652" y="4854581"/>
              <a:ext cx="337400" cy="321707"/>
            </a:xfrm>
            <a:prstGeom prst="rect">
              <a:avLst/>
            </a:prstGeom>
          </p:spPr>
        </p:pic>
        <p:pic>
          <p:nvPicPr>
            <p:cNvPr id="34" name="Billede 33">
              <a:extLst>
                <a:ext uri="{FF2B5EF4-FFF2-40B4-BE49-F238E27FC236}">
                  <a16:creationId xmlns:a16="http://schemas.microsoft.com/office/drawing/2014/main" id="{39AFA131-B5A7-4AB6-889F-69CF39F4C88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8"/>
            <a:srcRect l="1152" t="11676" r="31017" b="26411"/>
            <a:stretch/>
          </p:blipFill>
          <p:spPr>
            <a:xfrm>
              <a:off x="6442770" y="5155024"/>
              <a:ext cx="689279" cy="629150"/>
            </a:xfrm>
            <a:prstGeom prst="rect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</p:pic>
      </p:grpSp>
      <p:grpSp>
        <p:nvGrpSpPr>
          <p:cNvPr id="35" name="Gruppe 34">
            <a:extLst>
              <a:ext uri="{FF2B5EF4-FFF2-40B4-BE49-F238E27FC236}">
                <a16:creationId xmlns:a16="http://schemas.microsoft.com/office/drawing/2014/main" id="{126BB6BB-8852-44D9-A0EB-7B0A29B5CAFC}"/>
              </a:ext>
            </a:extLst>
          </p:cNvPr>
          <p:cNvGrpSpPr/>
          <p:nvPr userDrawn="1"/>
        </p:nvGrpSpPr>
        <p:grpSpPr>
          <a:xfrm>
            <a:off x="7072394" y="1479976"/>
            <a:ext cx="676669" cy="997704"/>
            <a:chOff x="6442771" y="2574072"/>
            <a:chExt cx="676669" cy="997704"/>
          </a:xfrm>
        </p:grpSpPr>
        <p:pic>
          <p:nvPicPr>
            <p:cNvPr id="36" name="Billede 35">
              <a:extLst>
                <a:ext uri="{FF2B5EF4-FFF2-40B4-BE49-F238E27FC236}">
                  <a16:creationId xmlns:a16="http://schemas.microsoft.com/office/drawing/2014/main" id="{2EC1AD58-F087-456F-B1CF-97A8AD608A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6442771" y="2574072"/>
              <a:ext cx="305786" cy="365851"/>
            </a:xfrm>
            <a:prstGeom prst="rect">
              <a:avLst/>
            </a:prstGeom>
          </p:spPr>
        </p:pic>
        <p:pic>
          <p:nvPicPr>
            <p:cNvPr id="37" name="Billede 36">
              <a:extLst>
                <a:ext uri="{FF2B5EF4-FFF2-40B4-BE49-F238E27FC236}">
                  <a16:creationId xmlns:a16="http://schemas.microsoft.com/office/drawing/2014/main" id="{A1105FA6-DF1D-44A9-BD39-B99136D7B2B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0"/>
            <a:srcRect l="1432" t="16308" r="2422" b="1509"/>
            <a:stretch/>
          </p:blipFill>
          <p:spPr>
            <a:xfrm>
              <a:off x="6444587" y="2943287"/>
              <a:ext cx="674853" cy="628489"/>
            </a:xfrm>
            <a:prstGeom prst="rect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</p:pic>
      </p:grpSp>
      <p:pic>
        <p:nvPicPr>
          <p:cNvPr id="39" name="6 Beskær">
            <a:extLst>
              <a:ext uri="{FF2B5EF4-FFF2-40B4-BE49-F238E27FC236}">
                <a16:creationId xmlns:a16="http://schemas.microsoft.com/office/drawing/2014/main" id="{F1E5DB47-CE9C-4A68-BA80-97FFD80C5CA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186326" y="2593712"/>
            <a:ext cx="337400" cy="321707"/>
          </a:xfrm>
          <a:prstGeom prst="rect">
            <a:avLst/>
          </a:prstGeom>
        </p:spPr>
      </p:pic>
      <p:pic>
        <p:nvPicPr>
          <p:cNvPr id="40" name="7 Skalér billede">
            <a:extLst>
              <a:ext uri="{FF2B5EF4-FFF2-40B4-BE49-F238E27FC236}">
                <a16:creationId xmlns:a16="http://schemas.microsoft.com/office/drawing/2014/main" id="{472C50C0-81D4-4FF8-9774-95FB88A3DB59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1186326" y="3510628"/>
            <a:ext cx="359695" cy="33530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C4EB944-268B-4588-9575-20967FF1FDE8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2757291" y="3179601"/>
            <a:ext cx="257143" cy="285714"/>
          </a:xfrm>
          <a:prstGeom prst="rect">
            <a:avLst/>
          </a:prstGeom>
        </p:spPr>
      </p:pic>
      <p:sp>
        <p:nvSpPr>
          <p:cNvPr id="23" name="Date Placeholder 2">
            <a:extLst>
              <a:ext uri="{FF2B5EF4-FFF2-40B4-BE49-F238E27FC236}">
                <a16:creationId xmlns:a16="http://schemas.microsoft.com/office/drawing/2014/main" id="{C47240A8-F4C6-438F-B627-9F10AF7702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GB"/>
          </a:p>
        </p:txBody>
      </p:sp>
      <p:sp>
        <p:nvSpPr>
          <p:cNvPr id="26" name="Footer Placeholder 3">
            <a:extLst>
              <a:ext uri="{FF2B5EF4-FFF2-40B4-BE49-F238E27FC236}">
                <a16:creationId xmlns:a16="http://schemas.microsoft.com/office/drawing/2014/main" id="{CE7E8215-C535-47A6-A19E-191CCD622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27" name="Slide Number Placeholder 4">
            <a:extLst>
              <a:ext uri="{FF2B5EF4-FFF2-40B4-BE49-F238E27FC236}">
                <a16:creationId xmlns:a16="http://schemas.microsoft.com/office/drawing/2014/main" id="{B1580671-F9A8-48F5-99CE-4A5C15752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575197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&gt;Do not use layouts after this &gt;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124504-36FD-4753-851D-5B7D02D4A2D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6350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buClr>
                <a:srgbClr val="003755"/>
              </a:buClr>
            </a:pPr>
            <a:endParaRPr lang="en-GB" sz="1400" err="1">
              <a:solidFill>
                <a:schemeClr val="tx1"/>
              </a:solidFill>
            </a:endParaRPr>
          </a:p>
        </p:txBody>
      </p:sp>
      <p:sp>
        <p:nvSpPr>
          <p:cNvPr id="5" name="Do not use"/>
          <p:cNvSpPr txBox="1"/>
          <p:nvPr userDrawn="1"/>
        </p:nvSpPr>
        <p:spPr>
          <a:xfrm>
            <a:off x="430213" y="656823"/>
            <a:ext cx="11356977" cy="28931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4400" b="0" noProof="0">
                <a:solidFill>
                  <a:schemeClr val="bg1"/>
                </a:solidFill>
              </a:rPr>
              <a:t>If you see any </a:t>
            </a:r>
            <a:r>
              <a:rPr lang="en-GB" sz="4400" b="1" i="1" noProof="0">
                <a:solidFill>
                  <a:schemeClr val="bg1"/>
                </a:solidFill>
              </a:rPr>
              <a:t>layouts after this </a:t>
            </a:r>
            <a:r>
              <a:rPr lang="en-GB" sz="4400" b="0" i="0" noProof="0">
                <a:solidFill>
                  <a:schemeClr val="bg1"/>
                </a:solidFill>
              </a:rPr>
              <a:t>one</a:t>
            </a:r>
            <a:r>
              <a:rPr lang="en-GB" sz="4400" b="1" i="1" noProof="0">
                <a:solidFill>
                  <a:schemeClr val="bg1"/>
                </a:solidFill>
              </a:rPr>
              <a:t>,</a:t>
            </a:r>
            <a:br>
              <a:rPr lang="en-GB" sz="4400" b="0" i="0" noProof="0">
                <a:solidFill>
                  <a:schemeClr val="bg1"/>
                </a:solidFill>
              </a:rPr>
            </a:br>
            <a:r>
              <a:rPr lang="en-GB" sz="4400" b="0" noProof="0">
                <a:solidFill>
                  <a:schemeClr val="bg1"/>
                </a:solidFill>
              </a:rPr>
              <a:t>do not use them. These layouts </a:t>
            </a:r>
            <a:r>
              <a:rPr lang="en-GB" sz="4400" b="1" i="1" u="none" noProof="0">
                <a:solidFill>
                  <a:schemeClr val="bg1"/>
                </a:solidFill>
              </a:rPr>
              <a:t>are not </a:t>
            </a:r>
            <a:r>
              <a:rPr lang="en-GB" sz="4400" b="0" noProof="0">
                <a:solidFill>
                  <a:schemeClr val="bg1"/>
                </a:solidFill>
              </a:rPr>
              <a:t>part of our corporate template.</a:t>
            </a:r>
            <a:br>
              <a:rPr lang="en-GB" sz="2800" b="0" noProof="0">
                <a:solidFill>
                  <a:schemeClr val="bg1"/>
                </a:solidFill>
              </a:rPr>
            </a:br>
            <a:br>
              <a:rPr lang="en-GB" sz="2800" b="0" noProof="0">
                <a:solidFill>
                  <a:schemeClr val="bg1"/>
                </a:solidFill>
              </a:rPr>
            </a:br>
            <a:endParaRPr lang="en-GB" sz="2800" b="0" noProof="0">
              <a:solidFill>
                <a:schemeClr val="bg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BEB5E5A-DA85-4D5B-80B9-F94482F55D76}"/>
              </a:ext>
            </a:extLst>
          </p:cNvPr>
          <p:cNvGrpSpPr/>
          <p:nvPr userDrawn="1"/>
        </p:nvGrpSpPr>
        <p:grpSpPr>
          <a:xfrm rot="8100000">
            <a:off x="10404874" y="3325226"/>
            <a:ext cx="1036788" cy="1036788"/>
            <a:chOff x="6096000" y="4963130"/>
            <a:chExt cx="1456719" cy="1456719"/>
          </a:xfrm>
          <a:solidFill>
            <a:schemeClr val="bg1"/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823227E-A862-4A7F-BC20-0D107430AB2C}"/>
                </a:ext>
              </a:extLst>
            </p:cNvPr>
            <p:cNvSpPr/>
            <p:nvPr userDrawn="1"/>
          </p:nvSpPr>
          <p:spPr>
            <a:xfrm rot="5400000">
              <a:off x="5534135" y="5524995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GB" sz="1400" err="1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8501AE6-6504-4184-9443-E89AFACF769D}"/>
                </a:ext>
              </a:extLst>
            </p:cNvPr>
            <p:cNvSpPr/>
            <p:nvPr userDrawn="1"/>
          </p:nvSpPr>
          <p:spPr>
            <a:xfrm rot="10800000">
              <a:off x="6096000" y="4963130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GB" sz="1400" err="1">
                <a:solidFill>
                  <a:schemeClr val="tx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67CEE09B-6EE1-4BF2-85A3-DE69E91BC4C6}"/>
              </a:ext>
            </a:extLst>
          </p:cNvPr>
          <p:cNvSpPr/>
          <p:nvPr userDrawn="1"/>
        </p:nvSpPr>
        <p:spPr>
          <a:xfrm>
            <a:off x="430213" y="2588374"/>
            <a:ext cx="10152346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3800" b="1" i="1" noProof="0">
                <a:solidFill>
                  <a:schemeClr val="bg1"/>
                </a:solidFill>
              </a:rPr>
              <a:t>Do not use </a:t>
            </a:r>
            <a:endParaRPr lang="en-GB" sz="2400" b="1" i="1"/>
          </a:p>
        </p:txBody>
      </p:sp>
      <p:sp>
        <p:nvSpPr>
          <p:cNvPr id="16" name="Do not use">
            <a:extLst>
              <a:ext uri="{FF2B5EF4-FFF2-40B4-BE49-F238E27FC236}">
                <a16:creationId xmlns:a16="http://schemas.microsoft.com/office/drawing/2014/main" id="{A8FA78FA-4D94-4717-B7C6-6F86378D6B01}"/>
              </a:ext>
            </a:extLst>
          </p:cNvPr>
          <p:cNvSpPr txBox="1"/>
          <p:nvPr userDrawn="1"/>
        </p:nvSpPr>
        <p:spPr>
          <a:xfrm>
            <a:off x="430214" y="5186455"/>
            <a:ext cx="11356974" cy="9694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2000" b="0" noProof="0">
                <a:solidFill>
                  <a:schemeClr val="bg1"/>
                </a:solidFill>
              </a:rPr>
              <a:t>Due to PowerPoint’s standard Copy/Paste functionality extra undesirable layouts can appear.</a:t>
            </a:r>
          </a:p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2000" b="0" noProof="0">
                <a:solidFill>
                  <a:schemeClr val="bg1"/>
                </a:solidFill>
              </a:rPr>
              <a:t>Also notice: Layouts after this might contain potential confidential information.</a:t>
            </a:r>
            <a:br>
              <a:rPr lang="en-GB" sz="1800" b="0" noProof="0">
                <a:solidFill>
                  <a:schemeClr val="bg1"/>
                </a:solidFill>
              </a:rPr>
            </a:br>
            <a:endParaRPr lang="en-GB" sz="1800" b="0" noProof="0">
              <a:solidFill>
                <a:schemeClr val="bg1"/>
              </a:solidFill>
            </a:endParaRPr>
          </a:p>
        </p:txBody>
      </p:sp>
      <p:sp>
        <p:nvSpPr>
          <p:cNvPr id="9" name="Date Placeholder 2">
            <a:extLst>
              <a:ext uri="{FF2B5EF4-FFF2-40B4-BE49-F238E27FC236}">
                <a16:creationId xmlns:a16="http://schemas.microsoft.com/office/drawing/2014/main" id="{B12B154D-76F1-409D-A798-AA5203EE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GB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7D212C3A-1726-4BC5-8AF1-72D08F635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989D5CFC-5012-4F36-B4E7-CE36F67CD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136957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ntent col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1449050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BD9E86A-566D-96BC-C43F-C52100C10C26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371476" y="1944000"/>
            <a:ext cx="3671887" cy="3693600"/>
          </a:xfrm>
          <a:prstGeom prst="roundRect">
            <a:avLst>
              <a:gd name="adj" fmla="val 1980"/>
            </a:avLst>
          </a:prstGeom>
          <a:solidFill>
            <a:schemeClr val="bg2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CF42059-250B-C626-EC80-B1495B4A7246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4259263" y="1944000"/>
            <a:ext cx="3671887" cy="3693600"/>
          </a:xfrm>
          <a:prstGeom prst="roundRect">
            <a:avLst>
              <a:gd name="adj" fmla="val 1980"/>
            </a:avLst>
          </a:prstGeom>
          <a:solidFill>
            <a:schemeClr val="accent5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3B0D891-C34C-C701-8D3E-46A3F8DAC619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8148638" y="1944000"/>
            <a:ext cx="3671887" cy="3693600"/>
          </a:xfrm>
          <a:prstGeom prst="roundRect">
            <a:avLst>
              <a:gd name="adj" fmla="val 1980"/>
            </a:avLst>
          </a:prstGeom>
          <a:solidFill>
            <a:schemeClr val="accent1"/>
          </a:solidFill>
        </p:spPr>
        <p:txBody>
          <a:bodyPr lIns="237600" tIns="237600" rIns="237600" bIns="2376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8" name="Picture 29">
            <a:extLst>
              <a:ext uri="{FF2B5EF4-FFF2-40B4-BE49-F238E27FC236}">
                <a16:creationId xmlns:a16="http://schemas.microsoft.com/office/drawing/2014/main" id="{5A272954-9AB0-4B93-F8F8-DE508D3C4E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9025"/>
            <a:ext cx="1299398" cy="32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50582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013556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AB12982D-D35D-CD4E-DFD3-3B65652528D8}"/>
              </a:ext>
            </a:extLst>
          </p:cNvPr>
          <p:cNvSpPr/>
          <p:nvPr userDrawn="1"/>
        </p:nvSpPr>
        <p:spPr>
          <a:xfrm>
            <a:off x="0" y="0"/>
            <a:ext cx="12192000" cy="6483404"/>
          </a:xfrm>
          <a:custGeom>
            <a:avLst/>
            <a:gdLst>
              <a:gd name="connsiteX0" fmla="*/ 0 w 12192000"/>
              <a:gd name="connsiteY0" fmla="*/ 0 h 6483404"/>
              <a:gd name="connsiteX1" fmla="*/ 8210551 w 12192000"/>
              <a:gd name="connsiteY1" fmla="*/ 0 h 6483404"/>
              <a:gd name="connsiteX2" fmla="*/ 8210551 w 12192000"/>
              <a:gd name="connsiteY2" fmla="*/ 1 h 6483404"/>
              <a:gd name="connsiteX3" fmla="*/ 12192000 w 12192000"/>
              <a:gd name="connsiteY3" fmla="*/ 1 h 6483404"/>
              <a:gd name="connsiteX4" fmla="*/ 12192000 w 12192000"/>
              <a:gd name="connsiteY4" fmla="*/ 4414450 h 6483404"/>
              <a:gd name="connsiteX5" fmla="*/ 12192000 w 12192000"/>
              <a:gd name="connsiteY5" fmla="*/ 4527604 h 6483404"/>
              <a:gd name="connsiteX6" fmla="*/ 12192000 w 12192000"/>
              <a:gd name="connsiteY6" fmla="*/ 5635422 h 6483404"/>
              <a:gd name="connsiteX7" fmla="*/ 11344018 w 12192000"/>
              <a:gd name="connsiteY7" fmla="*/ 6483404 h 6483404"/>
              <a:gd name="connsiteX8" fmla="*/ 10222738 w 12192000"/>
              <a:gd name="connsiteY8" fmla="*/ 6483404 h 6483404"/>
              <a:gd name="connsiteX9" fmla="*/ 9813420 w 12192000"/>
              <a:gd name="connsiteY9" fmla="*/ 6483404 h 6483404"/>
              <a:gd name="connsiteX10" fmla="*/ 5765038 w 12192000"/>
              <a:gd name="connsiteY10" fmla="*/ 6483404 h 6483404"/>
              <a:gd name="connsiteX11" fmla="*/ 5765038 w 12192000"/>
              <a:gd name="connsiteY11" fmla="*/ 6483403 h 6483404"/>
              <a:gd name="connsiteX12" fmla="*/ 0 w 12192000"/>
              <a:gd name="connsiteY12" fmla="*/ 6483403 h 6483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6483404">
                <a:moveTo>
                  <a:pt x="0" y="0"/>
                </a:moveTo>
                <a:lnTo>
                  <a:pt x="8210551" y="0"/>
                </a:lnTo>
                <a:lnTo>
                  <a:pt x="8210551" y="1"/>
                </a:lnTo>
                <a:lnTo>
                  <a:pt x="12192000" y="1"/>
                </a:lnTo>
                <a:lnTo>
                  <a:pt x="12192000" y="4414450"/>
                </a:lnTo>
                <a:lnTo>
                  <a:pt x="12192000" y="4527604"/>
                </a:lnTo>
                <a:lnTo>
                  <a:pt x="12192000" y="5635422"/>
                </a:lnTo>
                <a:cubicBezTo>
                  <a:pt x="12192000" y="6103750"/>
                  <a:pt x="11812346" y="6483404"/>
                  <a:pt x="11344018" y="6483404"/>
                </a:cubicBezTo>
                <a:lnTo>
                  <a:pt x="10222738" y="6483404"/>
                </a:lnTo>
                <a:lnTo>
                  <a:pt x="9813420" y="6483404"/>
                </a:lnTo>
                <a:lnTo>
                  <a:pt x="5765038" y="6483404"/>
                </a:lnTo>
                <a:lnTo>
                  <a:pt x="5765038" y="6483403"/>
                </a:lnTo>
                <a:lnTo>
                  <a:pt x="0" y="648340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7600" tIns="237600" rIns="237600" bIns="237600" rtlCol="0" anchor="ctr">
            <a:noAutofit/>
          </a:bodyPr>
          <a:lstStyle/>
          <a:p>
            <a:pPr algn="ctr"/>
            <a:endParaRPr lang="en-001" sz="2000" noProof="0" err="1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F779AE45-9325-9747-A087-FA65D14DF94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1943100"/>
            <a:ext cx="10829925" cy="2550523"/>
          </a:xfrm>
        </p:spPr>
        <p:txBody>
          <a:bodyPr anchor="t"/>
          <a:lstStyle>
            <a:lvl1pPr algn="l">
              <a:lnSpc>
                <a:spcPts val="58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EA98EC77-38EE-0D5E-CC88-514A9AE6F6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289632" y="5868710"/>
            <a:ext cx="1531435" cy="180000"/>
          </a:xfrm>
          <a:prstGeom prst="rect">
            <a:avLst/>
          </a:prstGeom>
        </p:spPr>
      </p:pic>
      <p:pic>
        <p:nvPicPr>
          <p:cNvPr id="4" name="Picture 29">
            <a:extLst>
              <a:ext uri="{FF2B5EF4-FFF2-40B4-BE49-F238E27FC236}">
                <a16:creationId xmlns:a16="http://schemas.microsoft.com/office/drawing/2014/main" id="{CBC55F8E-D332-2671-CC35-F818567F57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49249" y="5727699"/>
            <a:ext cx="1879200" cy="463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82488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ive content col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1449050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8" name="Picture 29">
            <a:extLst>
              <a:ext uri="{FF2B5EF4-FFF2-40B4-BE49-F238E27FC236}">
                <a16:creationId xmlns:a16="http://schemas.microsoft.com/office/drawing/2014/main" id="{5A272954-9AB0-4B93-F8F8-DE508D3C4E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9025"/>
            <a:ext cx="1299398" cy="320399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9905CD1-2289-BC8E-7167-9431CB287AD6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371476" y="1944000"/>
            <a:ext cx="2124000" cy="3693600"/>
          </a:xfrm>
          <a:prstGeom prst="roundRect">
            <a:avLst>
              <a:gd name="adj" fmla="val 3325"/>
            </a:avLst>
          </a:prstGeom>
          <a:solidFill>
            <a:schemeClr val="bg2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07B574F-C504-CC34-1289-A25F2C77388A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2702738" y="1944000"/>
            <a:ext cx="2124000" cy="3693600"/>
          </a:xfrm>
          <a:prstGeom prst="roundRect">
            <a:avLst>
              <a:gd name="adj" fmla="val 3325"/>
            </a:avLst>
          </a:prstGeom>
          <a:solidFill>
            <a:schemeClr val="accent5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500C2E4-F956-B44E-B0DA-9523C63A745D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034000" y="1944000"/>
            <a:ext cx="2124000" cy="3693600"/>
          </a:xfrm>
          <a:prstGeom prst="roundRect">
            <a:avLst>
              <a:gd name="adj" fmla="val 3325"/>
            </a:avLst>
          </a:prstGeom>
          <a:solidFill>
            <a:schemeClr val="accent4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5C379F4-79DE-99E0-3E9C-B7809BC02005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7365262" y="1944000"/>
            <a:ext cx="2124000" cy="3693600"/>
          </a:xfrm>
          <a:prstGeom prst="roundRect">
            <a:avLst>
              <a:gd name="adj" fmla="val 3325"/>
            </a:avLst>
          </a:prstGeom>
          <a:solidFill>
            <a:schemeClr val="accent1"/>
          </a:solidFill>
        </p:spPr>
        <p:txBody>
          <a:bodyPr lIns="237600" tIns="237600" rIns="237600" bIns="2376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B0050AC2-985D-85FA-C022-CDD1E61B1B89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9696525" y="1944000"/>
            <a:ext cx="2124000" cy="3693600"/>
          </a:xfrm>
          <a:prstGeom prst="roundRect">
            <a:avLst>
              <a:gd name="adj" fmla="val 3325"/>
            </a:avLst>
          </a:prstGeom>
          <a:solidFill>
            <a:schemeClr val="accent3"/>
          </a:solidFill>
        </p:spPr>
        <p:txBody>
          <a:bodyPr lIns="237600" tIns="237600" rIns="237600" bIns="2376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88384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1.xml"/><Relationship Id="rId26" Type="http://schemas.openxmlformats.org/officeDocument/2006/relationships/slideLayout" Target="../slideLayouts/slideLayout29.xml"/><Relationship Id="rId39" Type="http://schemas.openxmlformats.org/officeDocument/2006/relationships/slideLayout" Target="../slideLayouts/slideLayout42.xml"/><Relationship Id="rId21" Type="http://schemas.openxmlformats.org/officeDocument/2006/relationships/slideLayout" Target="../slideLayouts/slideLayout24.xml"/><Relationship Id="rId34" Type="http://schemas.openxmlformats.org/officeDocument/2006/relationships/slideLayout" Target="../slideLayouts/slideLayout37.xml"/><Relationship Id="rId42" Type="http://schemas.openxmlformats.org/officeDocument/2006/relationships/theme" Target="../theme/theme2.xml"/><Relationship Id="rId7" Type="http://schemas.openxmlformats.org/officeDocument/2006/relationships/slideLayout" Target="../slideLayouts/slideLayout10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29" Type="http://schemas.openxmlformats.org/officeDocument/2006/relationships/slideLayout" Target="../slideLayouts/slideLayout32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24" Type="http://schemas.openxmlformats.org/officeDocument/2006/relationships/slideLayout" Target="../slideLayouts/slideLayout27.xml"/><Relationship Id="rId32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40.xml"/><Relationship Id="rId40" Type="http://schemas.openxmlformats.org/officeDocument/2006/relationships/slideLayout" Target="../slideLayouts/slideLayout43.xml"/><Relationship Id="rId45" Type="http://schemas.openxmlformats.org/officeDocument/2006/relationships/image" Target="../media/image1.emf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23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31.xml"/><Relationship Id="rId36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22.xml"/><Relationship Id="rId31" Type="http://schemas.openxmlformats.org/officeDocument/2006/relationships/slideLayout" Target="../slideLayouts/slideLayout34.xml"/><Relationship Id="rId44" Type="http://schemas.openxmlformats.org/officeDocument/2006/relationships/oleObject" Target="../embeddings/oleObject1.bin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Relationship Id="rId22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8.xml"/><Relationship Id="rId43" Type="http://schemas.openxmlformats.org/officeDocument/2006/relationships/tags" Target="../tags/tag1.xml"/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12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20.xml"/><Relationship Id="rId25" Type="http://schemas.openxmlformats.org/officeDocument/2006/relationships/slideLayout" Target="../slideLayouts/slideLayout28.xml"/><Relationship Id="rId33" Type="http://schemas.openxmlformats.org/officeDocument/2006/relationships/slideLayout" Target="../slideLayouts/slideLayout36.xml"/><Relationship Id="rId38" Type="http://schemas.openxmlformats.org/officeDocument/2006/relationships/slideLayout" Target="../slideLayouts/slideLayout41.xml"/><Relationship Id="rId20" Type="http://schemas.openxmlformats.org/officeDocument/2006/relationships/slideLayout" Target="../slideLayouts/slideLayout23.xml"/><Relationship Id="rId41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E9020A63-AC90-48F5-89D3-8BF2FE94B866}"/>
              </a:ext>
            </a:extLst>
          </p:cNvPr>
          <p:cNvGraphicFramePr>
            <a:graphicFrameLocks/>
          </p:cNvGraphicFramePr>
          <p:nvPr userDrawn="1">
            <p:custDataLst>
              <p:tags r:id="rId43"/>
            </p:custDataLst>
            <p:extLst>
              <p:ext uri="{D42A27DB-BD31-4B8C-83A1-F6EECF244321}">
                <p14:modId xmlns:p14="http://schemas.microsoft.com/office/powerpoint/2010/main" val="24090279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44" imgW="395" imgH="394" progId="TCLayout.ActiveDocument.1">
                  <p:embed/>
                </p:oleObj>
              </mc:Choice>
              <mc:Fallback>
                <p:oleObj name="thinkcell Slide" r:id="rId44" imgW="395" imgH="394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E9020A63-AC90-48F5-89D3-8BF2FE94B8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0399" y="1943739"/>
            <a:ext cx="11189951" cy="368961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/>
              <a:t>Level 1</a:t>
            </a:r>
          </a:p>
          <a:p>
            <a:pPr lvl="1"/>
            <a:r>
              <a:rPr lang="en-GB" noProof="0"/>
              <a:t>Level 2</a:t>
            </a:r>
          </a:p>
          <a:p>
            <a:pPr lvl="2"/>
            <a:r>
              <a:rPr lang="en-GB" noProof="0"/>
              <a:t>Level 3</a:t>
            </a:r>
          </a:p>
          <a:p>
            <a:pPr lvl="3"/>
            <a:r>
              <a:rPr lang="en-GB" noProof="0"/>
              <a:t>Level 4, Subhead</a:t>
            </a:r>
          </a:p>
          <a:p>
            <a:pPr lvl="4"/>
            <a:r>
              <a:rPr lang="en-GB" noProof="0"/>
              <a:t>Level 5, headline</a:t>
            </a:r>
          </a:p>
          <a:p>
            <a:pPr lvl="5"/>
            <a:r>
              <a:rPr lang="en-GB" noProof="0"/>
              <a:t>Level 6, headline</a:t>
            </a:r>
          </a:p>
          <a:p>
            <a:pPr lvl="6"/>
            <a:r>
              <a:rPr lang="en-GB" noProof="0"/>
              <a:t>Level 7, note</a:t>
            </a:r>
          </a:p>
          <a:p>
            <a:pPr lvl="7"/>
            <a:r>
              <a:rPr lang="en-GB" noProof="0"/>
              <a:t>Level 8</a:t>
            </a:r>
          </a:p>
          <a:p>
            <a:pPr lvl="8"/>
            <a:r>
              <a:rPr lang="en-GB" noProof="0"/>
              <a:t>Infographic</a:t>
            </a:r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C9392247-CE23-49BB-A39E-64C7575BE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399" y="501649"/>
            <a:ext cx="11189951" cy="9302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endParaRPr lang="en-GB"/>
          </a:p>
        </p:txBody>
      </p:sp>
      <p:sp>
        <p:nvSpPr>
          <p:cNvPr id="88" name="Footer Placeholder 87">
            <a:extLst>
              <a:ext uri="{FF2B5EF4-FFF2-40B4-BE49-F238E27FC236}">
                <a16:creationId xmlns:a16="http://schemas.microsoft.com/office/drawing/2014/main" id="{E21F396F-4C1D-4B71-97C4-1BDE0CB2C01A}"/>
              </a:ext>
            </a:extLst>
          </p:cNvPr>
          <p:cNvSpPr>
            <a:spLocks noGrp="1"/>
          </p:cNvSpPr>
          <p:nvPr userDrawn="1">
            <p:ph type="ftr" sz="quarter" idx="3"/>
          </p:nvPr>
        </p:nvSpPr>
        <p:spPr>
          <a:xfrm>
            <a:off x="1219200" y="6278621"/>
            <a:ext cx="3285369" cy="185427"/>
          </a:xfrm>
          <a:prstGeom prst="rect">
            <a:avLst/>
          </a:prstGeom>
        </p:spPr>
        <p:txBody>
          <a:bodyPr vert="horz" wrap="none" lIns="0" tIns="0" rIns="0" bIns="0" rtlCol="0" anchor="t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89" name="Slide Number Placeholder 88">
            <a:extLst>
              <a:ext uri="{FF2B5EF4-FFF2-40B4-BE49-F238E27FC236}">
                <a16:creationId xmlns:a16="http://schemas.microsoft.com/office/drawing/2014/main" id="{A67AAF6D-173F-4FC5-B3DD-15256B6A2F3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502197" y="6278622"/>
            <a:ext cx="412039" cy="185426"/>
          </a:xfrm>
          <a:prstGeom prst="rect">
            <a:avLst/>
          </a:prstGeom>
        </p:spPr>
        <p:txBody>
          <a:bodyPr vert="horz" wrap="none" lIns="0" tIns="0" rIns="0" bIns="0" rtlCol="0" anchor="t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95" name="Group 4">
            <a:extLst>
              <a:ext uri="{FF2B5EF4-FFF2-40B4-BE49-F238E27FC236}">
                <a16:creationId xmlns:a16="http://schemas.microsoft.com/office/drawing/2014/main" id="{255E078E-B243-42A1-B589-8CC503A66B4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256489" y="6137500"/>
            <a:ext cx="1436163" cy="320400"/>
            <a:chOff x="6478" y="3868"/>
            <a:chExt cx="892" cy="199"/>
          </a:xfrm>
        </p:grpSpPr>
        <p:sp>
          <p:nvSpPr>
            <p:cNvPr id="97" name="Freeform 5">
              <a:extLst>
                <a:ext uri="{FF2B5EF4-FFF2-40B4-BE49-F238E27FC236}">
                  <a16:creationId xmlns:a16="http://schemas.microsoft.com/office/drawing/2014/main" id="{28F624D4-6986-4E93-887C-A0690C5C4A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49" y="3923"/>
              <a:ext cx="104" cy="88"/>
            </a:xfrm>
            <a:custGeom>
              <a:avLst/>
              <a:gdLst>
                <a:gd name="T0" fmla="*/ 0 w 104"/>
                <a:gd name="T1" fmla="*/ 88 h 88"/>
                <a:gd name="T2" fmla="*/ 0 w 104"/>
                <a:gd name="T3" fmla="*/ 0 h 88"/>
                <a:gd name="T4" fmla="*/ 23 w 104"/>
                <a:gd name="T5" fmla="*/ 0 h 88"/>
                <a:gd name="T6" fmla="*/ 52 w 104"/>
                <a:gd name="T7" fmla="*/ 66 h 88"/>
                <a:gd name="T8" fmla="*/ 81 w 104"/>
                <a:gd name="T9" fmla="*/ 0 h 88"/>
                <a:gd name="T10" fmla="*/ 104 w 104"/>
                <a:gd name="T11" fmla="*/ 0 h 88"/>
                <a:gd name="T12" fmla="*/ 104 w 104"/>
                <a:gd name="T13" fmla="*/ 88 h 88"/>
                <a:gd name="T14" fmla="*/ 85 w 104"/>
                <a:gd name="T15" fmla="*/ 88 h 88"/>
                <a:gd name="T16" fmla="*/ 85 w 104"/>
                <a:gd name="T17" fmla="*/ 37 h 88"/>
                <a:gd name="T18" fmla="*/ 62 w 104"/>
                <a:gd name="T19" fmla="*/ 88 h 88"/>
                <a:gd name="T20" fmla="*/ 42 w 104"/>
                <a:gd name="T21" fmla="*/ 88 h 88"/>
                <a:gd name="T22" fmla="*/ 19 w 104"/>
                <a:gd name="T23" fmla="*/ 38 h 88"/>
                <a:gd name="T24" fmla="*/ 19 w 104"/>
                <a:gd name="T25" fmla="*/ 88 h 88"/>
                <a:gd name="T26" fmla="*/ 0 w 104"/>
                <a:gd name="T27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4" h="88">
                  <a:moveTo>
                    <a:pt x="0" y="88"/>
                  </a:moveTo>
                  <a:lnTo>
                    <a:pt x="0" y="0"/>
                  </a:lnTo>
                  <a:lnTo>
                    <a:pt x="23" y="0"/>
                  </a:lnTo>
                  <a:lnTo>
                    <a:pt x="52" y="66"/>
                  </a:lnTo>
                  <a:lnTo>
                    <a:pt x="81" y="0"/>
                  </a:lnTo>
                  <a:lnTo>
                    <a:pt x="104" y="0"/>
                  </a:lnTo>
                  <a:lnTo>
                    <a:pt x="104" y="88"/>
                  </a:lnTo>
                  <a:lnTo>
                    <a:pt x="85" y="88"/>
                  </a:lnTo>
                  <a:lnTo>
                    <a:pt x="85" y="37"/>
                  </a:lnTo>
                  <a:lnTo>
                    <a:pt x="62" y="88"/>
                  </a:lnTo>
                  <a:lnTo>
                    <a:pt x="42" y="88"/>
                  </a:lnTo>
                  <a:lnTo>
                    <a:pt x="19" y="38"/>
                  </a:lnTo>
                  <a:lnTo>
                    <a:pt x="19" y="88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8" name="Freeform 6">
              <a:extLst>
                <a:ext uri="{FF2B5EF4-FFF2-40B4-BE49-F238E27FC236}">
                  <a16:creationId xmlns:a16="http://schemas.microsoft.com/office/drawing/2014/main" id="{78D85899-D3DF-418A-8091-4FB0F6F8A22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861" y="3923"/>
              <a:ext cx="106" cy="88"/>
            </a:xfrm>
            <a:custGeom>
              <a:avLst/>
              <a:gdLst>
                <a:gd name="T0" fmla="*/ 23 w 106"/>
                <a:gd name="T1" fmla="*/ 88 h 88"/>
                <a:gd name="T2" fmla="*/ 0 w 106"/>
                <a:gd name="T3" fmla="*/ 88 h 88"/>
                <a:gd name="T4" fmla="*/ 40 w 106"/>
                <a:gd name="T5" fmla="*/ 0 h 88"/>
                <a:gd name="T6" fmla="*/ 67 w 106"/>
                <a:gd name="T7" fmla="*/ 0 h 88"/>
                <a:gd name="T8" fmla="*/ 106 w 106"/>
                <a:gd name="T9" fmla="*/ 88 h 88"/>
                <a:gd name="T10" fmla="*/ 84 w 106"/>
                <a:gd name="T11" fmla="*/ 88 h 88"/>
                <a:gd name="T12" fmla="*/ 76 w 106"/>
                <a:gd name="T13" fmla="*/ 71 h 88"/>
                <a:gd name="T14" fmla="*/ 30 w 106"/>
                <a:gd name="T15" fmla="*/ 71 h 88"/>
                <a:gd name="T16" fmla="*/ 23 w 106"/>
                <a:gd name="T17" fmla="*/ 88 h 88"/>
                <a:gd name="T18" fmla="*/ 69 w 106"/>
                <a:gd name="T19" fmla="*/ 54 h 88"/>
                <a:gd name="T20" fmla="*/ 53 w 106"/>
                <a:gd name="T21" fmla="*/ 17 h 88"/>
                <a:gd name="T22" fmla="*/ 38 w 106"/>
                <a:gd name="T23" fmla="*/ 54 h 88"/>
                <a:gd name="T24" fmla="*/ 69 w 106"/>
                <a:gd name="T25" fmla="*/ 54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6" h="88">
                  <a:moveTo>
                    <a:pt x="23" y="88"/>
                  </a:moveTo>
                  <a:lnTo>
                    <a:pt x="0" y="88"/>
                  </a:lnTo>
                  <a:lnTo>
                    <a:pt x="40" y="0"/>
                  </a:lnTo>
                  <a:lnTo>
                    <a:pt x="67" y="0"/>
                  </a:lnTo>
                  <a:lnTo>
                    <a:pt x="106" y="88"/>
                  </a:lnTo>
                  <a:lnTo>
                    <a:pt x="84" y="88"/>
                  </a:lnTo>
                  <a:lnTo>
                    <a:pt x="76" y="71"/>
                  </a:lnTo>
                  <a:lnTo>
                    <a:pt x="30" y="71"/>
                  </a:lnTo>
                  <a:lnTo>
                    <a:pt x="23" y="88"/>
                  </a:lnTo>
                  <a:close/>
                  <a:moveTo>
                    <a:pt x="69" y="54"/>
                  </a:moveTo>
                  <a:lnTo>
                    <a:pt x="53" y="17"/>
                  </a:lnTo>
                  <a:lnTo>
                    <a:pt x="38" y="54"/>
                  </a:lnTo>
                  <a:lnTo>
                    <a:pt x="69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9" name="Freeform 7">
              <a:extLst>
                <a:ext uri="{FF2B5EF4-FFF2-40B4-BE49-F238E27FC236}">
                  <a16:creationId xmlns:a16="http://schemas.microsoft.com/office/drawing/2014/main" id="{49738F52-8D2A-4C28-8FB7-92D64EFA84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76" y="3923"/>
              <a:ext cx="84" cy="88"/>
            </a:xfrm>
            <a:custGeom>
              <a:avLst/>
              <a:gdLst>
                <a:gd name="T0" fmla="*/ 0 w 84"/>
                <a:gd name="T1" fmla="*/ 88 h 88"/>
                <a:gd name="T2" fmla="*/ 0 w 84"/>
                <a:gd name="T3" fmla="*/ 0 h 88"/>
                <a:gd name="T4" fmla="*/ 83 w 84"/>
                <a:gd name="T5" fmla="*/ 0 h 88"/>
                <a:gd name="T6" fmla="*/ 83 w 84"/>
                <a:gd name="T7" fmla="*/ 18 h 88"/>
                <a:gd name="T8" fmla="*/ 20 w 84"/>
                <a:gd name="T9" fmla="*/ 18 h 88"/>
                <a:gd name="T10" fmla="*/ 20 w 84"/>
                <a:gd name="T11" fmla="*/ 35 h 88"/>
                <a:gd name="T12" fmla="*/ 75 w 84"/>
                <a:gd name="T13" fmla="*/ 35 h 88"/>
                <a:gd name="T14" fmla="*/ 75 w 84"/>
                <a:gd name="T15" fmla="*/ 53 h 88"/>
                <a:gd name="T16" fmla="*/ 20 w 84"/>
                <a:gd name="T17" fmla="*/ 53 h 88"/>
                <a:gd name="T18" fmla="*/ 20 w 84"/>
                <a:gd name="T19" fmla="*/ 71 h 88"/>
                <a:gd name="T20" fmla="*/ 84 w 84"/>
                <a:gd name="T21" fmla="*/ 71 h 88"/>
                <a:gd name="T22" fmla="*/ 84 w 84"/>
                <a:gd name="T23" fmla="*/ 88 h 88"/>
                <a:gd name="T24" fmla="*/ 0 w 84"/>
                <a:gd name="T25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4" h="88">
                  <a:moveTo>
                    <a:pt x="0" y="88"/>
                  </a:moveTo>
                  <a:lnTo>
                    <a:pt x="0" y="0"/>
                  </a:lnTo>
                  <a:lnTo>
                    <a:pt x="83" y="0"/>
                  </a:lnTo>
                  <a:lnTo>
                    <a:pt x="83" y="18"/>
                  </a:lnTo>
                  <a:lnTo>
                    <a:pt x="20" y="18"/>
                  </a:lnTo>
                  <a:lnTo>
                    <a:pt x="20" y="35"/>
                  </a:lnTo>
                  <a:lnTo>
                    <a:pt x="75" y="35"/>
                  </a:lnTo>
                  <a:lnTo>
                    <a:pt x="75" y="53"/>
                  </a:lnTo>
                  <a:lnTo>
                    <a:pt x="20" y="53"/>
                  </a:lnTo>
                  <a:lnTo>
                    <a:pt x="20" y="71"/>
                  </a:lnTo>
                  <a:lnTo>
                    <a:pt x="84" y="71"/>
                  </a:lnTo>
                  <a:lnTo>
                    <a:pt x="84" y="88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0" name="Freeform 8">
              <a:extLst>
                <a:ext uri="{FF2B5EF4-FFF2-40B4-BE49-F238E27FC236}">
                  <a16:creationId xmlns:a16="http://schemas.microsoft.com/office/drawing/2014/main" id="{645BA9F4-DF1F-44D7-A473-6FAC6F28433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76" y="3923"/>
              <a:ext cx="85" cy="88"/>
            </a:xfrm>
            <a:custGeom>
              <a:avLst/>
              <a:gdLst>
                <a:gd name="T0" fmla="*/ 0 w 94"/>
                <a:gd name="T1" fmla="*/ 96 h 96"/>
                <a:gd name="T2" fmla="*/ 0 w 94"/>
                <a:gd name="T3" fmla="*/ 0 h 96"/>
                <a:gd name="T4" fmla="*/ 77 w 94"/>
                <a:gd name="T5" fmla="*/ 0 h 96"/>
                <a:gd name="T6" fmla="*/ 93 w 94"/>
                <a:gd name="T7" fmla="*/ 16 h 96"/>
                <a:gd name="T8" fmla="*/ 93 w 94"/>
                <a:gd name="T9" fmla="*/ 48 h 96"/>
                <a:gd name="T10" fmla="*/ 74 w 94"/>
                <a:gd name="T11" fmla="*/ 63 h 96"/>
                <a:gd name="T12" fmla="*/ 72 w 94"/>
                <a:gd name="T13" fmla="*/ 63 h 96"/>
                <a:gd name="T14" fmla="*/ 94 w 94"/>
                <a:gd name="T15" fmla="*/ 96 h 96"/>
                <a:gd name="T16" fmla="*/ 69 w 94"/>
                <a:gd name="T17" fmla="*/ 96 h 96"/>
                <a:gd name="T18" fmla="*/ 48 w 94"/>
                <a:gd name="T19" fmla="*/ 63 h 96"/>
                <a:gd name="T20" fmla="*/ 23 w 94"/>
                <a:gd name="T21" fmla="*/ 63 h 96"/>
                <a:gd name="T22" fmla="*/ 23 w 94"/>
                <a:gd name="T23" fmla="*/ 96 h 96"/>
                <a:gd name="T24" fmla="*/ 0 w 94"/>
                <a:gd name="T25" fmla="*/ 96 h 96"/>
                <a:gd name="T26" fmla="*/ 23 w 94"/>
                <a:gd name="T27" fmla="*/ 44 h 96"/>
                <a:gd name="T28" fmla="*/ 71 w 94"/>
                <a:gd name="T29" fmla="*/ 44 h 96"/>
                <a:gd name="T30" fmla="*/ 71 w 94"/>
                <a:gd name="T31" fmla="*/ 19 h 96"/>
                <a:gd name="T32" fmla="*/ 23 w 94"/>
                <a:gd name="T33" fmla="*/ 19 h 96"/>
                <a:gd name="T34" fmla="*/ 23 w 94"/>
                <a:gd name="T35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4" h="96">
                  <a:moveTo>
                    <a:pt x="0" y="96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7" y="0"/>
                    <a:pt x="93" y="6"/>
                    <a:pt x="93" y="16"/>
                  </a:cubicBezTo>
                  <a:cubicBezTo>
                    <a:pt x="93" y="48"/>
                    <a:pt x="93" y="48"/>
                    <a:pt x="93" y="48"/>
                  </a:cubicBezTo>
                  <a:cubicBezTo>
                    <a:pt x="93" y="56"/>
                    <a:pt x="87" y="63"/>
                    <a:pt x="74" y="63"/>
                  </a:cubicBezTo>
                  <a:cubicBezTo>
                    <a:pt x="73" y="63"/>
                    <a:pt x="72" y="63"/>
                    <a:pt x="72" y="63"/>
                  </a:cubicBezTo>
                  <a:cubicBezTo>
                    <a:pt x="94" y="96"/>
                    <a:pt x="94" y="96"/>
                    <a:pt x="94" y="96"/>
                  </a:cubicBezTo>
                  <a:cubicBezTo>
                    <a:pt x="69" y="96"/>
                    <a:pt x="69" y="96"/>
                    <a:pt x="69" y="96"/>
                  </a:cubicBezTo>
                  <a:cubicBezTo>
                    <a:pt x="48" y="63"/>
                    <a:pt x="48" y="63"/>
                    <a:pt x="48" y="63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3" y="96"/>
                    <a:pt x="23" y="96"/>
                    <a:pt x="23" y="96"/>
                  </a:cubicBezTo>
                  <a:lnTo>
                    <a:pt x="0" y="96"/>
                  </a:lnTo>
                  <a:close/>
                  <a:moveTo>
                    <a:pt x="23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1" y="19"/>
                    <a:pt x="71" y="19"/>
                    <a:pt x="71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44"/>
                    <a:pt x="23" y="44"/>
                    <a:pt x="23" y="4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1" name="Freeform 9">
              <a:extLst>
                <a:ext uri="{FF2B5EF4-FFF2-40B4-BE49-F238E27FC236}">
                  <a16:creationId xmlns:a16="http://schemas.microsoft.com/office/drawing/2014/main" id="{EC290DBF-B2E4-4B81-BFB4-65201D8017E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7" y="3923"/>
              <a:ext cx="84" cy="88"/>
            </a:xfrm>
            <a:custGeom>
              <a:avLst/>
              <a:gdLst>
                <a:gd name="T0" fmla="*/ 23 w 92"/>
                <a:gd name="T1" fmla="*/ 96 h 96"/>
                <a:gd name="T2" fmla="*/ 15 w 92"/>
                <a:gd name="T3" fmla="*/ 96 h 96"/>
                <a:gd name="T4" fmla="*/ 0 w 92"/>
                <a:gd name="T5" fmla="*/ 82 h 96"/>
                <a:gd name="T6" fmla="*/ 0 w 92"/>
                <a:gd name="T7" fmla="*/ 70 h 96"/>
                <a:gd name="T8" fmla="*/ 23 w 92"/>
                <a:gd name="T9" fmla="*/ 70 h 96"/>
                <a:gd name="T10" fmla="*/ 23 w 92"/>
                <a:gd name="T11" fmla="*/ 77 h 96"/>
                <a:gd name="T12" fmla="*/ 70 w 92"/>
                <a:gd name="T13" fmla="*/ 77 h 96"/>
                <a:gd name="T14" fmla="*/ 70 w 92"/>
                <a:gd name="T15" fmla="*/ 57 h 96"/>
                <a:gd name="T16" fmla="*/ 16 w 92"/>
                <a:gd name="T17" fmla="*/ 57 h 96"/>
                <a:gd name="T18" fmla="*/ 1 w 92"/>
                <a:gd name="T19" fmla="*/ 43 h 96"/>
                <a:gd name="T20" fmla="*/ 1 w 92"/>
                <a:gd name="T21" fmla="*/ 15 h 96"/>
                <a:gd name="T22" fmla="*/ 16 w 92"/>
                <a:gd name="T23" fmla="*/ 0 h 96"/>
                <a:gd name="T24" fmla="*/ 78 w 92"/>
                <a:gd name="T25" fmla="*/ 0 h 96"/>
                <a:gd name="T26" fmla="*/ 92 w 92"/>
                <a:gd name="T27" fmla="*/ 16 h 96"/>
                <a:gd name="T28" fmla="*/ 92 w 92"/>
                <a:gd name="T29" fmla="*/ 27 h 96"/>
                <a:gd name="T30" fmla="*/ 70 w 92"/>
                <a:gd name="T31" fmla="*/ 27 h 96"/>
                <a:gd name="T32" fmla="*/ 70 w 92"/>
                <a:gd name="T33" fmla="*/ 19 h 96"/>
                <a:gd name="T34" fmla="*/ 23 w 92"/>
                <a:gd name="T35" fmla="*/ 19 h 96"/>
                <a:gd name="T36" fmla="*/ 23 w 92"/>
                <a:gd name="T37" fmla="*/ 38 h 96"/>
                <a:gd name="T38" fmla="*/ 77 w 92"/>
                <a:gd name="T39" fmla="*/ 38 h 96"/>
                <a:gd name="T40" fmla="*/ 92 w 92"/>
                <a:gd name="T41" fmla="*/ 54 h 96"/>
                <a:gd name="T42" fmla="*/ 92 w 92"/>
                <a:gd name="T43" fmla="*/ 81 h 96"/>
                <a:gd name="T44" fmla="*/ 77 w 92"/>
                <a:gd name="T45" fmla="*/ 96 h 96"/>
                <a:gd name="T46" fmla="*/ 23 w 92"/>
                <a:gd name="T47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2" h="96">
                  <a:moveTo>
                    <a:pt x="23" y="96"/>
                  </a:moveTo>
                  <a:cubicBezTo>
                    <a:pt x="15" y="96"/>
                    <a:pt x="15" y="96"/>
                    <a:pt x="15" y="96"/>
                  </a:cubicBezTo>
                  <a:cubicBezTo>
                    <a:pt x="5" y="96"/>
                    <a:pt x="0" y="90"/>
                    <a:pt x="0" y="82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77"/>
                    <a:pt x="23" y="77"/>
                    <a:pt x="23" y="77"/>
                  </a:cubicBezTo>
                  <a:cubicBezTo>
                    <a:pt x="70" y="77"/>
                    <a:pt x="70" y="77"/>
                    <a:pt x="70" y="77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70" y="57"/>
                    <a:pt x="24" y="57"/>
                    <a:pt x="16" y="57"/>
                  </a:cubicBezTo>
                  <a:cubicBezTo>
                    <a:pt x="7" y="57"/>
                    <a:pt x="1" y="51"/>
                    <a:pt x="1" y="43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1" y="6"/>
                    <a:pt x="8" y="0"/>
                    <a:pt x="16" y="0"/>
                  </a:cubicBezTo>
                  <a:cubicBezTo>
                    <a:pt x="24" y="0"/>
                    <a:pt x="78" y="0"/>
                    <a:pt x="78" y="0"/>
                  </a:cubicBezTo>
                  <a:cubicBezTo>
                    <a:pt x="86" y="0"/>
                    <a:pt x="92" y="6"/>
                    <a:pt x="92" y="16"/>
                  </a:cubicBezTo>
                  <a:cubicBezTo>
                    <a:pt x="92" y="25"/>
                    <a:pt x="92" y="27"/>
                    <a:pt x="92" y="27"/>
                  </a:cubicBezTo>
                  <a:cubicBezTo>
                    <a:pt x="70" y="27"/>
                    <a:pt x="70" y="27"/>
                    <a:pt x="70" y="27"/>
                  </a:cubicBezTo>
                  <a:cubicBezTo>
                    <a:pt x="70" y="19"/>
                    <a:pt x="70" y="19"/>
                    <a:pt x="70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8"/>
                    <a:pt x="23" y="38"/>
                    <a:pt x="23" y="38"/>
                  </a:cubicBezTo>
                  <a:cubicBezTo>
                    <a:pt x="77" y="38"/>
                    <a:pt x="77" y="38"/>
                    <a:pt x="77" y="38"/>
                  </a:cubicBezTo>
                  <a:cubicBezTo>
                    <a:pt x="85" y="38"/>
                    <a:pt x="92" y="44"/>
                    <a:pt x="92" y="54"/>
                  </a:cubicBezTo>
                  <a:cubicBezTo>
                    <a:pt x="92" y="81"/>
                    <a:pt x="92" y="81"/>
                    <a:pt x="92" y="81"/>
                  </a:cubicBezTo>
                  <a:cubicBezTo>
                    <a:pt x="92" y="90"/>
                    <a:pt x="87" y="96"/>
                    <a:pt x="77" y="96"/>
                  </a:cubicBezTo>
                  <a:cubicBezTo>
                    <a:pt x="68" y="96"/>
                    <a:pt x="23" y="96"/>
                    <a:pt x="23" y="9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2" name="Freeform 10">
              <a:extLst>
                <a:ext uri="{FF2B5EF4-FFF2-40B4-BE49-F238E27FC236}">
                  <a16:creationId xmlns:a16="http://schemas.microsoft.com/office/drawing/2014/main" id="{8B539F7E-96A0-4BA9-9D11-BACEE5DEB3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80" y="3923"/>
              <a:ext cx="90" cy="88"/>
            </a:xfrm>
            <a:custGeom>
              <a:avLst/>
              <a:gdLst>
                <a:gd name="T0" fmla="*/ 0 w 90"/>
                <a:gd name="T1" fmla="*/ 88 h 88"/>
                <a:gd name="T2" fmla="*/ 0 w 90"/>
                <a:gd name="T3" fmla="*/ 0 h 88"/>
                <a:gd name="T4" fmla="*/ 21 w 90"/>
                <a:gd name="T5" fmla="*/ 0 h 88"/>
                <a:gd name="T6" fmla="*/ 21 w 90"/>
                <a:gd name="T7" fmla="*/ 36 h 88"/>
                <a:gd name="T8" fmla="*/ 60 w 90"/>
                <a:gd name="T9" fmla="*/ 0 h 88"/>
                <a:gd name="T10" fmla="*/ 88 w 90"/>
                <a:gd name="T11" fmla="*/ 0 h 88"/>
                <a:gd name="T12" fmla="*/ 42 w 90"/>
                <a:gd name="T13" fmla="*/ 42 h 88"/>
                <a:gd name="T14" fmla="*/ 90 w 90"/>
                <a:gd name="T15" fmla="*/ 88 h 88"/>
                <a:gd name="T16" fmla="*/ 61 w 90"/>
                <a:gd name="T17" fmla="*/ 88 h 88"/>
                <a:gd name="T18" fmla="*/ 21 w 90"/>
                <a:gd name="T19" fmla="*/ 48 h 88"/>
                <a:gd name="T20" fmla="*/ 21 w 90"/>
                <a:gd name="T21" fmla="*/ 88 h 88"/>
                <a:gd name="T22" fmla="*/ 0 w 90"/>
                <a:gd name="T23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0" h="88">
                  <a:moveTo>
                    <a:pt x="0" y="88"/>
                  </a:moveTo>
                  <a:lnTo>
                    <a:pt x="0" y="0"/>
                  </a:lnTo>
                  <a:lnTo>
                    <a:pt x="21" y="0"/>
                  </a:lnTo>
                  <a:lnTo>
                    <a:pt x="21" y="36"/>
                  </a:lnTo>
                  <a:lnTo>
                    <a:pt x="60" y="0"/>
                  </a:lnTo>
                  <a:lnTo>
                    <a:pt x="88" y="0"/>
                  </a:lnTo>
                  <a:lnTo>
                    <a:pt x="42" y="42"/>
                  </a:lnTo>
                  <a:lnTo>
                    <a:pt x="90" y="88"/>
                  </a:lnTo>
                  <a:lnTo>
                    <a:pt x="61" y="88"/>
                  </a:lnTo>
                  <a:lnTo>
                    <a:pt x="21" y="48"/>
                  </a:lnTo>
                  <a:lnTo>
                    <a:pt x="21" y="88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3" name="Freeform 11">
              <a:extLst>
                <a:ext uri="{FF2B5EF4-FFF2-40B4-BE49-F238E27FC236}">
                  <a16:creationId xmlns:a16="http://schemas.microsoft.com/office/drawing/2014/main" id="{111170EC-B87D-481F-8FDC-276480533F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78" y="3868"/>
              <a:ext cx="187" cy="199"/>
            </a:xfrm>
            <a:custGeom>
              <a:avLst/>
              <a:gdLst>
                <a:gd name="T0" fmla="*/ 206 w 206"/>
                <a:gd name="T1" fmla="*/ 193 h 218"/>
                <a:gd name="T2" fmla="*/ 181 w 206"/>
                <a:gd name="T3" fmla="*/ 218 h 218"/>
                <a:gd name="T4" fmla="*/ 24 w 206"/>
                <a:gd name="T5" fmla="*/ 218 h 218"/>
                <a:gd name="T6" fmla="*/ 0 w 206"/>
                <a:gd name="T7" fmla="*/ 193 h 218"/>
                <a:gd name="T8" fmla="*/ 0 w 206"/>
                <a:gd name="T9" fmla="*/ 25 h 218"/>
                <a:gd name="T10" fmla="*/ 24 w 206"/>
                <a:gd name="T11" fmla="*/ 0 h 218"/>
                <a:gd name="T12" fmla="*/ 181 w 206"/>
                <a:gd name="T13" fmla="*/ 0 h 218"/>
                <a:gd name="T14" fmla="*/ 206 w 206"/>
                <a:gd name="T15" fmla="*/ 25 h 218"/>
                <a:gd name="T16" fmla="*/ 206 w 206"/>
                <a:gd name="T17" fmla="*/ 193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6" h="218">
                  <a:moveTo>
                    <a:pt x="206" y="193"/>
                  </a:moveTo>
                  <a:cubicBezTo>
                    <a:pt x="206" y="207"/>
                    <a:pt x="195" y="218"/>
                    <a:pt x="181" y="218"/>
                  </a:cubicBezTo>
                  <a:cubicBezTo>
                    <a:pt x="24" y="218"/>
                    <a:pt x="24" y="218"/>
                    <a:pt x="24" y="218"/>
                  </a:cubicBezTo>
                  <a:cubicBezTo>
                    <a:pt x="11" y="218"/>
                    <a:pt x="0" y="207"/>
                    <a:pt x="0" y="193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181" y="0"/>
                    <a:pt x="181" y="0"/>
                    <a:pt x="181" y="0"/>
                  </a:cubicBezTo>
                  <a:cubicBezTo>
                    <a:pt x="195" y="0"/>
                    <a:pt x="206" y="11"/>
                    <a:pt x="206" y="25"/>
                  </a:cubicBezTo>
                  <a:lnTo>
                    <a:pt x="206" y="193"/>
                  </a:lnTo>
                  <a:close/>
                </a:path>
              </a:pathLst>
            </a:custGeom>
            <a:solidFill>
              <a:srgbClr val="42B0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4" name="Freeform 12">
              <a:extLst>
                <a:ext uri="{FF2B5EF4-FFF2-40B4-BE49-F238E27FC236}">
                  <a16:creationId xmlns:a16="http://schemas.microsoft.com/office/drawing/2014/main" id="{06361CD5-F024-4F59-A5DB-73C2182D54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88" y="3883"/>
              <a:ext cx="166" cy="164"/>
            </a:xfrm>
            <a:custGeom>
              <a:avLst/>
              <a:gdLst>
                <a:gd name="T0" fmla="*/ 114 w 166"/>
                <a:gd name="T1" fmla="*/ 79 h 164"/>
                <a:gd name="T2" fmla="*/ 150 w 166"/>
                <a:gd name="T3" fmla="*/ 32 h 164"/>
                <a:gd name="T4" fmla="*/ 150 w 166"/>
                <a:gd name="T5" fmla="*/ 32 h 164"/>
                <a:gd name="T6" fmla="*/ 96 w 166"/>
                <a:gd name="T7" fmla="*/ 59 h 164"/>
                <a:gd name="T8" fmla="*/ 83 w 166"/>
                <a:gd name="T9" fmla="*/ 0 h 164"/>
                <a:gd name="T10" fmla="*/ 83 w 166"/>
                <a:gd name="T11" fmla="*/ 0 h 164"/>
                <a:gd name="T12" fmla="*/ 70 w 166"/>
                <a:gd name="T13" fmla="*/ 59 h 164"/>
                <a:gd name="T14" fmla="*/ 16 w 166"/>
                <a:gd name="T15" fmla="*/ 32 h 164"/>
                <a:gd name="T16" fmla="*/ 16 w 166"/>
                <a:gd name="T17" fmla="*/ 32 h 164"/>
                <a:gd name="T18" fmla="*/ 53 w 166"/>
                <a:gd name="T19" fmla="*/ 79 h 164"/>
                <a:gd name="T20" fmla="*/ 0 w 166"/>
                <a:gd name="T21" fmla="*/ 105 h 164"/>
                <a:gd name="T22" fmla="*/ 0 w 166"/>
                <a:gd name="T23" fmla="*/ 105 h 164"/>
                <a:gd name="T24" fmla="*/ 59 w 166"/>
                <a:gd name="T25" fmla="*/ 105 h 164"/>
                <a:gd name="T26" fmla="*/ 46 w 166"/>
                <a:gd name="T27" fmla="*/ 164 h 164"/>
                <a:gd name="T28" fmla="*/ 46 w 166"/>
                <a:gd name="T29" fmla="*/ 164 h 164"/>
                <a:gd name="T30" fmla="*/ 83 w 166"/>
                <a:gd name="T31" fmla="*/ 117 h 164"/>
                <a:gd name="T32" fmla="*/ 120 w 166"/>
                <a:gd name="T33" fmla="*/ 164 h 164"/>
                <a:gd name="T34" fmla="*/ 121 w 166"/>
                <a:gd name="T35" fmla="*/ 164 h 164"/>
                <a:gd name="T36" fmla="*/ 107 w 166"/>
                <a:gd name="T37" fmla="*/ 105 h 164"/>
                <a:gd name="T38" fmla="*/ 166 w 166"/>
                <a:gd name="T39" fmla="*/ 105 h 164"/>
                <a:gd name="T40" fmla="*/ 166 w 166"/>
                <a:gd name="T41" fmla="*/ 105 h 164"/>
                <a:gd name="T42" fmla="*/ 114 w 166"/>
                <a:gd name="T43" fmla="*/ 79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6" h="164">
                  <a:moveTo>
                    <a:pt x="114" y="79"/>
                  </a:moveTo>
                  <a:lnTo>
                    <a:pt x="150" y="32"/>
                  </a:lnTo>
                  <a:lnTo>
                    <a:pt x="150" y="32"/>
                  </a:lnTo>
                  <a:lnTo>
                    <a:pt x="96" y="59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70" y="59"/>
                  </a:lnTo>
                  <a:lnTo>
                    <a:pt x="16" y="32"/>
                  </a:lnTo>
                  <a:lnTo>
                    <a:pt x="16" y="32"/>
                  </a:lnTo>
                  <a:lnTo>
                    <a:pt x="53" y="79"/>
                  </a:lnTo>
                  <a:lnTo>
                    <a:pt x="0" y="105"/>
                  </a:lnTo>
                  <a:lnTo>
                    <a:pt x="0" y="105"/>
                  </a:lnTo>
                  <a:lnTo>
                    <a:pt x="59" y="105"/>
                  </a:lnTo>
                  <a:lnTo>
                    <a:pt x="46" y="164"/>
                  </a:lnTo>
                  <a:lnTo>
                    <a:pt x="46" y="164"/>
                  </a:lnTo>
                  <a:lnTo>
                    <a:pt x="83" y="117"/>
                  </a:lnTo>
                  <a:lnTo>
                    <a:pt x="120" y="164"/>
                  </a:lnTo>
                  <a:lnTo>
                    <a:pt x="121" y="164"/>
                  </a:lnTo>
                  <a:lnTo>
                    <a:pt x="107" y="105"/>
                  </a:lnTo>
                  <a:lnTo>
                    <a:pt x="166" y="105"/>
                  </a:lnTo>
                  <a:lnTo>
                    <a:pt x="166" y="105"/>
                  </a:lnTo>
                  <a:lnTo>
                    <a:pt x="114" y="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61512BDD-E313-4203-808B-6ECBEE0B5BB4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endParaRPr lang="en-GB"/>
          </a:p>
        </p:txBody>
      </p:sp>
      <p:grpSp>
        <p:nvGrpSpPr>
          <p:cNvPr id="114" name="Group 113" hidden="1">
            <a:extLst>
              <a:ext uri="{FF2B5EF4-FFF2-40B4-BE49-F238E27FC236}">
                <a16:creationId xmlns:a16="http://schemas.microsoft.com/office/drawing/2014/main" id="{A709D695-914B-4705-8AC6-A94C2721C5E6}"/>
              </a:ext>
            </a:extLst>
          </p:cNvPr>
          <p:cNvGrpSpPr/>
          <p:nvPr userDrawn="1"/>
        </p:nvGrpSpPr>
        <p:grpSpPr>
          <a:xfrm>
            <a:off x="500062" y="501647"/>
            <a:ext cx="11194852" cy="5862641"/>
            <a:chOff x="500062" y="501647"/>
            <a:chExt cx="11194852" cy="5862641"/>
          </a:xfrm>
        </p:grpSpPr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D94117C3-ACEB-4551-92D6-E8776CE33870}"/>
                </a:ext>
              </a:extLst>
            </p:cNvPr>
            <p:cNvSpPr/>
            <p:nvPr/>
          </p:nvSpPr>
          <p:spPr>
            <a:xfrm>
              <a:off x="504628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DB4EA52B-9F03-4154-94D6-DCF629E0A517}"/>
                </a:ext>
              </a:extLst>
            </p:cNvPr>
            <p:cNvSpPr/>
            <p:nvPr/>
          </p:nvSpPr>
          <p:spPr>
            <a:xfrm>
              <a:off x="1456839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ADABCB14-BA75-4B31-8404-F842D634C5FA}"/>
                </a:ext>
              </a:extLst>
            </p:cNvPr>
            <p:cNvSpPr/>
            <p:nvPr/>
          </p:nvSpPr>
          <p:spPr>
            <a:xfrm>
              <a:off x="8122316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222E1F28-617C-42B1-A6FF-BB511F216035}"/>
                </a:ext>
              </a:extLst>
            </p:cNvPr>
            <p:cNvSpPr/>
            <p:nvPr/>
          </p:nvSpPr>
          <p:spPr>
            <a:xfrm>
              <a:off x="9074527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E69EDA3C-B72E-4595-A9E9-C52463512844}"/>
                </a:ext>
              </a:extLst>
            </p:cNvPr>
            <p:cNvSpPr/>
            <p:nvPr/>
          </p:nvSpPr>
          <p:spPr>
            <a:xfrm>
              <a:off x="10026738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289C1C4C-D89D-4FF0-935C-26D17097F22D}"/>
                </a:ext>
              </a:extLst>
            </p:cNvPr>
            <p:cNvSpPr/>
            <p:nvPr/>
          </p:nvSpPr>
          <p:spPr>
            <a:xfrm>
              <a:off x="10978950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A520FBBD-719C-461F-A18E-15DEEF9344D5}"/>
                </a:ext>
              </a:extLst>
            </p:cNvPr>
            <p:cNvSpPr/>
            <p:nvPr/>
          </p:nvSpPr>
          <p:spPr>
            <a:xfrm>
              <a:off x="7170105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B8152350-997B-4F9F-AF5B-0640D5A22D60}"/>
                </a:ext>
              </a:extLst>
            </p:cNvPr>
            <p:cNvSpPr/>
            <p:nvPr/>
          </p:nvSpPr>
          <p:spPr>
            <a:xfrm>
              <a:off x="6217894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CE7E2C06-3591-4F16-A6C9-26D03AFE7A9F}"/>
                </a:ext>
              </a:extLst>
            </p:cNvPr>
            <p:cNvSpPr/>
            <p:nvPr/>
          </p:nvSpPr>
          <p:spPr>
            <a:xfrm>
              <a:off x="5265683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4D92D19D-15E4-4E02-9555-F731FC602CCC}"/>
                </a:ext>
              </a:extLst>
            </p:cNvPr>
            <p:cNvSpPr/>
            <p:nvPr/>
          </p:nvSpPr>
          <p:spPr>
            <a:xfrm>
              <a:off x="4313472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8A5793D9-80BF-4104-A4AB-DD353A2513BA}"/>
                </a:ext>
              </a:extLst>
            </p:cNvPr>
            <p:cNvSpPr/>
            <p:nvPr/>
          </p:nvSpPr>
          <p:spPr>
            <a:xfrm>
              <a:off x="3361261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9298F0B0-8A2D-4275-9CBC-81577EF8011C}"/>
                </a:ext>
              </a:extLst>
            </p:cNvPr>
            <p:cNvSpPr/>
            <p:nvPr/>
          </p:nvSpPr>
          <p:spPr>
            <a:xfrm>
              <a:off x="2409050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C6FF5141-D9A4-40D9-AE0A-9FAA2ECE1656}"/>
                </a:ext>
              </a:extLst>
            </p:cNvPr>
            <p:cNvSpPr/>
            <p:nvPr/>
          </p:nvSpPr>
          <p:spPr>
            <a:xfrm>
              <a:off x="500062" y="1943739"/>
              <a:ext cx="11190287" cy="548640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F254B338-3EBA-4D36-86E8-9C09EF7C02B8}"/>
                </a:ext>
              </a:extLst>
            </p:cNvPr>
            <p:cNvSpPr/>
            <p:nvPr/>
          </p:nvSpPr>
          <p:spPr>
            <a:xfrm>
              <a:off x="500062" y="2733169"/>
              <a:ext cx="11190287" cy="548640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FE8AE6C3-0AFF-40F6-88C7-3A7C8A014488}"/>
                </a:ext>
              </a:extLst>
            </p:cNvPr>
            <p:cNvSpPr/>
            <p:nvPr/>
          </p:nvSpPr>
          <p:spPr>
            <a:xfrm>
              <a:off x="500062" y="3522599"/>
              <a:ext cx="11190287" cy="548640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53E9EF65-B326-497A-9EE0-EFC57318F203}"/>
                </a:ext>
              </a:extLst>
            </p:cNvPr>
            <p:cNvSpPr/>
            <p:nvPr/>
          </p:nvSpPr>
          <p:spPr>
            <a:xfrm>
              <a:off x="500062" y="4309364"/>
              <a:ext cx="11190287" cy="548640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BA518688-2A30-4B00-97FA-A9EA1D196D35}"/>
                </a:ext>
              </a:extLst>
            </p:cNvPr>
            <p:cNvSpPr/>
            <p:nvPr/>
          </p:nvSpPr>
          <p:spPr>
            <a:xfrm>
              <a:off x="500062" y="5084795"/>
              <a:ext cx="11190287" cy="548640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1F693842-B64A-4087-9E5F-5199914B2E05}"/>
                </a:ext>
              </a:extLst>
            </p:cNvPr>
            <p:cNvSpPr/>
            <p:nvPr/>
          </p:nvSpPr>
          <p:spPr>
            <a:xfrm>
              <a:off x="500063" y="501647"/>
              <a:ext cx="11190287" cy="930975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A4A04A6-5871-4576-9A3B-FBE8B8F0C2E4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5208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PH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Classification: Confidential</a:t>
            </a:r>
          </a:p>
        </p:txBody>
      </p:sp>
    </p:spTree>
    <p:extLst>
      <p:ext uri="{BB962C8B-B14F-4D97-AF65-F5344CB8AC3E}">
        <p14:creationId xmlns:p14="http://schemas.microsoft.com/office/powerpoint/2010/main" val="2309752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  <p:sldLayoutId id="2147483671" r:id="rId19"/>
    <p:sldLayoutId id="2147483672" r:id="rId20"/>
    <p:sldLayoutId id="2147483673" r:id="rId21"/>
    <p:sldLayoutId id="2147483674" r:id="rId22"/>
    <p:sldLayoutId id="2147483675" r:id="rId23"/>
    <p:sldLayoutId id="2147483676" r:id="rId24"/>
    <p:sldLayoutId id="2147483677" r:id="rId25"/>
    <p:sldLayoutId id="2147483678" r:id="rId26"/>
    <p:sldLayoutId id="2147483679" r:id="rId27"/>
    <p:sldLayoutId id="2147483680" r:id="rId28"/>
    <p:sldLayoutId id="2147483681" r:id="rId29"/>
    <p:sldLayoutId id="2147483682" r:id="rId30"/>
    <p:sldLayoutId id="2147483683" r:id="rId31"/>
    <p:sldLayoutId id="2147483684" r:id="rId32"/>
    <p:sldLayoutId id="2147483685" r:id="rId33"/>
    <p:sldLayoutId id="2147483686" r:id="rId34"/>
    <p:sldLayoutId id="2147483687" r:id="rId35"/>
    <p:sldLayoutId id="2147483688" r:id="rId36"/>
    <p:sldLayoutId id="2147483689" r:id="rId37"/>
    <p:sldLayoutId id="2147483690" r:id="rId38"/>
    <p:sldLayoutId id="2147483691" r:id="rId39"/>
    <p:sldLayoutId id="2147483692" r:id="rId40"/>
    <p:sldLayoutId id="2147483693" r:id="rId4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914400" rtl="0" eaLnBrk="1" latinLnBrk="0" hangingPunct="1">
        <a:lnSpc>
          <a:spcPct val="100000"/>
        </a:lnSpc>
        <a:spcBef>
          <a:spcPts val="3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100000"/>
        </a:lnSpc>
        <a:spcBef>
          <a:spcPts val="3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1600" b="1" kern="1200">
          <a:solidFill>
            <a:schemeClr val="accent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tabLst/>
        <a:defRPr sz="160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​"/>
        <a:defRPr sz="2350" i="1" kern="1200">
          <a:solidFill>
            <a:schemeClr val="tx1"/>
          </a:solidFill>
          <a:latin typeface="Maersk Headline Office" panose="00000500000000000000" pitchFamily="2" charset="0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600" b="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500" b="0" kern="1200">
          <a:solidFill>
            <a:schemeClr val="tx2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​"/>
        <a:defRPr sz="6000" kern="1200" baseline="0">
          <a:solidFill>
            <a:schemeClr val="accent1"/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68">
          <p15:clr>
            <a:srgbClr val="F26B43"/>
          </p15:clr>
        </p15:guide>
        <p15:guide id="3" orient="horz" pos="315">
          <p15:clr>
            <a:srgbClr val="F26B43"/>
          </p15:clr>
        </p15:guide>
        <p15:guide id="4" orient="horz" pos="4009">
          <p15:clr>
            <a:srgbClr val="F26B43"/>
          </p15:clr>
        </p15:guide>
        <p15:guide id="5" pos="917">
          <p15:clr>
            <a:srgbClr val="F26B43"/>
          </p15:clr>
        </p15:guide>
        <p15:guide id="6" pos="1368">
          <p15:clr>
            <a:srgbClr val="F26B43"/>
          </p15:clr>
        </p15:guide>
        <p15:guide id="7" pos="5116">
          <p15:clr>
            <a:srgbClr val="F26B43"/>
          </p15:clr>
        </p15:guide>
        <p15:guide id="8" pos="5567">
          <p15:clr>
            <a:srgbClr val="F26B43"/>
          </p15:clr>
        </p15:guide>
        <p15:guide id="9" pos="5716">
          <p15:clr>
            <a:srgbClr val="F26B43"/>
          </p15:clr>
        </p15:guide>
        <p15:guide id="10" pos="6167">
          <p15:clr>
            <a:srgbClr val="F26B43"/>
          </p15:clr>
        </p15:guide>
        <p15:guide id="11" pos="6316">
          <p15:clr>
            <a:srgbClr val="F26B43"/>
          </p15:clr>
        </p15:guide>
        <p15:guide id="12" pos="6767">
          <p15:clr>
            <a:srgbClr val="F26B43"/>
          </p15:clr>
        </p15:guide>
        <p15:guide id="13" pos="6915">
          <p15:clr>
            <a:srgbClr val="F26B43"/>
          </p15:clr>
        </p15:guide>
        <p15:guide id="15" pos="4516">
          <p15:clr>
            <a:srgbClr val="F26B43"/>
          </p15:clr>
        </p15:guide>
        <p15:guide id="16" pos="4967">
          <p15:clr>
            <a:srgbClr val="F26B43"/>
          </p15:clr>
        </p15:guide>
        <p15:guide id="17" pos="3916">
          <p15:clr>
            <a:srgbClr val="F26B43"/>
          </p15:clr>
        </p15:guide>
        <p15:guide id="18" pos="4367">
          <p15:clr>
            <a:srgbClr val="F26B43"/>
          </p15:clr>
        </p15:guide>
        <p15:guide id="19" pos="3316">
          <p15:clr>
            <a:srgbClr val="F26B43"/>
          </p15:clr>
        </p15:guide>
        <p15:guide id="20" pos="3767">
          <p15:clr>
            <a:srgbClr val="F26B43"/>
          </p15:clr>
        </p15:guide>
        <p15:guide id="21" pos="2717">
          <p15:clr>
            <a:srgbClr val="F26B43"/>
          </p15:clr>
        </p15:guide>
        <p15:guide id="22" pos="3168">
          <p15:clr>
            <a:srgbClr val="F26B43"/>
          </p15:clr>
        </p15:guide>
        <p15:guide id="23" pos="2117">
          <p15:clr>
            <a:srgbClr val="F26B43"/>
          </p15:clr>
        </p15:guide>
        <p15:guide id="24" pos="2568">
          <p15:clr>
            <a:srgbClr val="F26B43"/>
          </p15:clr>
        </p15:guide>
        <p15:guide id="25" pos="1517">
          <p15:clr>
            <a:srgbClr val="F26B43"/>
          </p15:clr>
        </p15:guide>
        <p15:guide id="26" pos="1968">
          <p15:clr>
            <a:srgbClr val="F26B43"/>
          </p15:clr>
        </p15:guide>
        <p15:guide id="28" pos="7363">
          <p15:clr>
            <a:srgbClr val="F26B43"/>
          </p15:clr>
        </p15:guide>
        <p15:guide id="29" orient="horz" pos="1224">
          <p15:clr>
            <a:srgbClr val="F26B43"/>
          </p15:clr>
        </p15:guide>
        <p15:guide id="30" orient="horz" pos="1570">
          <p15:clr>
            <a:srgbClr val="F26B43"/>
          </p15:clr>
        </p15:guide>
        <p15:guide id="31" orient="horz" pos="1721">
          <p15:clr>
            <a:srgbClr val="F26B43"/>
          </p15:clr>
        </p15:guide>
        <p15:guide id="32" orient="horz" pos="2067">
          <p15:clr>
            <a:srgbClr val="F26B43"/>
          </p15:clr>
        </p15:guide>
        <p15:guide id="33" orient="horz" pos="2218">
          <p15:clr>
            <a:srgbClr val="F26B43"/>
          </p15:clr>
        </p15:guide>
        <p15:guide id="34" orient="horz" pos="2564">
          <p15:clr>
            <a:srgbClr val="F26B43"/>
          </p15:clr>
        </p15:guide>
        <p15:guide id="35" orient="horz" pos="2714">
          <p15:clr>
            <a:srgbClr val="F26B43"/>
          </p15:clr>
        </p15:guide>
        <p15:guide id="36" orient="horz" pos="3060">
          <p15:clr>
            <a:srgbClr val="F26B43"/>
          </p15:clr>
        </p15:guide>
        <p15:guide id="37" orient="horz" pos="3203">
          <p15:clr>
            <a:srgbClr val="F26B43"/>
          </p15:clr>
        </p15:guide>
        <p15:guide id="38" orient="horz" pos="3548">
          <p15:clr>
            <a:srgbClr val="F26B43"/>
          </p15:clr>
        </p15:guide>
        <p15:guide id="39" pos="315">
          <p15:clr>
            <a:srgbClr val="F26B43"/>
          </p15:clr>
        </p15:guide>
        <p15:guide id="40" pos="7364">
          <p15:clr>
            <a:srgbClr val="F26B43"/>
          </p15:clr>
        </p15:guide>
        <p15:guide id="41" orient="horz" pos="902">
          <p15:clr>
            <a:srgbClr val="F26B43"/>
          </p15:clr>
        </p15:guide>
        <p15:guide id="42" orient="horz" pos="2160">
          <p15:clr>
            <a:srgbClr val="000000"/>
          </p15:clr>
        </p15:guide>
        <p15:guide id="43" pos="3840">
          <p15:clr>
            <a:srgbClr val="00000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34.xml"/><Relationship Id="rId1" Type="http://schemas.openxmlformats.org/officeDocument/2006/relationships/tags" Target="../tags/tag2.xml"/><Relationship Id="rId4" Type="http://schemas.openxmlformats.org/officeDocument/2006/relationships/image" Target="../media/image28.e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2AFD4"/>
          </a:solidFill>
          <a:ln w="12700">
            <a:solidFill>
              <a:srgbClr val="42AFD4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2AFD4"/>
                </a:solidFill>
              </a:rPr>
              <a:t>WPM DASHBOARD DESIGN IDEAS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58368" y="1508760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Five High-Level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</a:rPr>
              <a:t>Dashboard Concepts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85800" y="295351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D5E8F2"/>
                </a:solidFill>
              </a:rPr>
              <a:t>Visual mock-ups to guide the Power BI redesign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" y="3794760"/>
            <a:ext cx="2880360" cy="365760"/>
          </a:xfrm>
          <a:prstGeom prst="roundRect">
            <a:avLst>
              <a:gd name="adj" fmla="val 10000"/>
            </a:avLst>
          </a:prstGeom>
          <a:solidFill>
            <a:srgbClr val="0F638E"/>
          </a:solidFill>
          <a:ln w="8890">
            <a:solidFill>
              <a:srgbClr val="0F638E"/>
            </a:solidFill>
            <a:prstDash val="solid"/>
          </a:ln>
          <a:effectLst>
            <a:outerShdw blurRad="8890" dist="3810" dir="2700000" algn="bl" rotWithShape="0">
              <a:srgbClr val="17324D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/>
          <p:nvPr/>
        </p:nvSpPr>
        <p:spPr>
          <a:xfrm>
            <a:off x="822960" y="3913632"/>
            <a:ext cx="2606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01  Executive Dashboard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0" y="3794760"/>
            <a:ext cx="2880360" cy="365760"/>
          </a:xfrm>
          <a:prstGeom prst="roundRect">
            <a:avLst>
              <a:gd name="adj" fmla="val 10000"/>
            </a:avLst>
          </a:prstGeom>
          <a:solidFill>
            <a:srgbClr val="42AFD4"/>
          </a:solidFill>
          <a:ln w="8890">
            <a:solidFill>
              <a:srgbClr val="42AFD4"/>
            </a:solidFill>
            <a:prstDash val="solid"/>
          </a:ln>
          <a:effectLst>
            <a:outerShdw blurRad="8890" dist="3810" dir="2700000" algn="bl" rotWithShape="0">
              <a:srgbClr val="17324D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3977640" y="3913632"/>
            <a:ext cx="2606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02  Product Summary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85800" y="4325112"/>
            <a:ext cx="2880360" cy="365760"/>
          </a:xfrm>
          <a:prstGeom prst="roundRect">
            <a:avLst>
              <a:gd name="adj" fmla="val 10000"/>
            </a:avLst>
          </a:prstGeom>
          <a:solidFill>
            <a:srgbClr val="3C8D7D"/>
          </a:solidFill>
          <a:ln w="8890">
            <a:solidFill>
              <a:srgbClr val="3C8D7D"/>
            </a:solidFill>
            <a:prstDash val="solid"/>
          </a:ln>
          <a:effectLst>
            <a:outerShdw blurRad="8890" dist="3810" dir="2700000" algn="bl" rotWithShape="0">
              <a:srgbClr val="17324D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1" name="Text 9"/>
          <p:cNvSpPr/>
          <p:nvPr/>
        </p:nvSpPr>
        <p:spPr>
          <a:xfrm>
            <a:off x="822960" y="4443984"/>
            <a:ext cx="2606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03  Bowler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0480" y="4325112"/>
            <a:ext cx="2880360" cy="365760"/>
          </a:xfrm>
          <a:prstGeom prst="roundRect">
            <a:avLst>
              <a:gd name="adj" fmla="val 10000"/>
            </a:avLst>
          </a:prstGeom>
          <a:solidFill>
            <a:srgbClr val="6B7F8D"/>
          </a:solidFill>
          <a:ln w="8890">
            <a:solidFill>
              <a:srgbClr val="6B7F8D"/>
            </a:solidFill>
            <a:prstDash val="solid"/>
          </a:ln>
          <a:effectLst>
            <a:outerShdw blurRad="8890" dist="3810" dir="2700000" algn="bl" rotWithShape="0">
              <a:srgbClr val="17324D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3" name="Text 11"/>
          <p:cNvSpPr/>
          <p:nvPr/>
        </p:nvSpPr>
        <p:spPr>
          <a:xfrm>
            <a:off x="3977640" y="4443984"/>
            <a:ext cx="2606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04  Project Health Status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5800" y="4855464"/>
            <a:ext cx="2880360" cy="365760"/>
          </a:xfrm>
          <a:prstGeom prst="roundRect">
            <a:avLst>
              <a:gd name="adj" fmla="val 10000"/>
            </a:avLst>
          </a:prstGeom>
          <a:solidFill>
            <a:srgbClr val="B47B00"/>
          </a:solidFill>
          <a:ln w="8890">
            <a:solidFill>
              <a:srgbClr val="B47B00"/>
            </a:solidFill>
            <a:prstDash val="solid"/>
          </a:ln>
          <a:effectLst>
            <a:outerShdw blurRad="8890" dist="3810" dir="2700000" algn="bl" rotWithShape="0">
              <a:srgbClr val="17324D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5" name="Text 13"/>
          <p:cNvSpPr/>
          <p:nvPr/>
        </p:nvSpPr>
        <p:spPr>
          <a:xfrm>
            <a:off x="822960" y="4974336"/>
            <a:ext cx="2606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</a:rPr>
              <a:t>05  Artefacts &amp; Tollgate Closure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5800" y="59893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AFCAD8"/>
                </a:solidFill>
              </a:rPr>
              <a:t>Design concepts only • Illustrative data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7fd78eac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348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b232ab87a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348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76b9e161a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348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57768efab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348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0243D"/>
          </a:solidFill>
          <a:ln w="12700">
            <a:solidFill>
              <a:srgbClr val="00243D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Text 1"/>
          <p:cNvSpPr/>
          <p:nvPr/>
        </p:nvSpPr>
        <p:spPr>
          <a:xfrm>
            <a:off x="274320" y="146304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</a:rPr>
              <a:t>WPM ARTEFACTS &amp; TOLLGATE CLOSURE DASHBOARD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92608" y="402336"/>
            <a:ext cx="4389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2AFD4"/>
                </a:solidFill>
              </a:rPr>
              <a:t>Evidence readiness and closure governance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657B8B"/>
                </a:solidFill>
              </a:rPr>
              <a:t>Product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274320" y="832104"/>
            <a:ext cx="1572768" cy="283464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8890">
            <a:solidFill>
              <a:srgbClr val="D4E0E7"/>
            </a:solidFill>
            <a:prstDash val="solid"/>
          </a:ln>
          <a:effectLst>
            <a:outerShdw blurRad="8890" dist="3810" dir="2700000" algn="bl" rotWithShape="0">
              <a:srgbClr val="17324D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/>
          <p:nvPr/>
        </p:nvSpPr>
        <p:spPr>
          <a:xfrm>
            <a:off x="365760" y="923544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7324D"/>
                </a:solidFill>
              </a:rPr>
              <a:t>All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600200" y="905256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57B8B"/>
                </a:solidFill>
              </a:rPr>
              <a:t>⌄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057400" y="713232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657B8B"/>
                </a:solidFill>
              </a:rPr>
              <a:t>Region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2057400" y="832104"/>
            <a:ext cx="1572768" cy="283464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8890">
            <a:solidFill>
              <a:srgbClr val="D4E0E7"/>
            </a:solidFill>
            <a:prstDash val="solid"/>
          </a:ln>
          <a:effectLst>
            <a:outerShdw blurRad="8890" dist="3810" dir="2700000" algn="bl" rotWithShape="0">
              <a:srgbClr val="17324D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1" name="Text 9"/>
          <p:cNvSpPr/>
          <p:nvPr/>
        </p:nvSpPr>
        <p:spPr>
          <a:xfrm>
            <a:off x="2148840" y="923544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7324D"/>
                </a:solidFill>
              </a:rPr>
              <a:t>All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383280" y="905256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57B8B"/>
                </a:solidFill>
              </a:rPr>
              <a:t>⌄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0480" y="713232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657B8B"/>
                </a:solidFill>
              </a:rPr>
              <a:t>Area</a:t>
            </a:r>
            <a:endParaRPr lang="en-US" sz="680" dirty="0"/>
          </a:p>
        </p:txBody>
      </p:sp>
      <p:sp>
        <p:nvSpPr>
          <p:cNvPr id="14" name="Shape 12"/>
          <p:cNvSpPr/>
          <p:nvPr/>
        </p:nvSpPr>
        <p:spPr>
          <a:xfrm>
            <a:off x="3840480" y="832104"/>
            <a:ext cx="1572768" cy="283464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8890">
            <a:solidFill>
              <a:srgbClr val="D4E0E7"/>
            </a:solidFill>
            <a:prstDash val="solid"/>
          </a:ln>
          <a:effectLst>
            <a:outerShdw blurRad="8890" dist="3810" dir="2700000" algn="bl" rotWithShape="0">
              <a:srgbClr val="17324D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5" name="Text 13"/>
          <p:cNvSpPr/>
          <p:nvPr/>
        </p:nvSpPr>
        <p:spPr>
          <a:xfrm>
            <a:off x="3931920" y="923544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7324D"/>
                </a:solidFill>
              </a:rPr>
              <a:t>All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66360" y="905256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57B8B"/>
                </a:solidFill>
              </a:rPr>
              <a:t>⌄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623560" y="713232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657B8B"/>
                </a:solidFill>
              </a:rPr>
              <a:t>Phase</a:t>
            </a:r>
            <a:endParaRPr lang="en-US" sz="680" dirty="0"/>
          </a:p>
        </p:txBody>
      </p:sp>
      <p:sp>
        <p:nvSpPr>
          <p:cNvPr id="18" name="Shape 16"/>
          <p:cNvSpPr/>
          <p:nvPr/>
        </p:nvSpPr>
        <p:spPr>
          <a:xfrm>
            <a:off x="5623560" y="832104"/>
            <a:ext cx="1572768" cy="283464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8890">
            <a:solidFill>
              <a:srgbClr val="D4E0E7"/>
            </a:solidFill>
            <a:prstDash val="solid"/>
          </a:ln>
          <a:effectLst>
            <a:outerShdw blurRad="8890" dist="3810" dir="2700000" algn="bl" rotWithShape="0">
              <a:srgbClr val="17324D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9" name="Text 17"/>
          <p:cNvSpPr/>
          <p:nvPr/>
        </p:nvSpPr>
        <p:spPr>
          <a:xfrm>
            <a:off x="5715000" y="923544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7324D"/>
                </a:solidFill>
              </a:rPr>
              <a:t>All 5 phases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949440" y="905256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57B8B"/>
                </a:solidFill>
              </a:rPr>
              <a:t>⌄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406640" y="713232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657B8B"/>
                </a:solidFill>
              </a:rPr>
              <a:t>Reporting Month</a:t>
            </a:r>
            <a:endParaRPr lang="en-US" sz="680" dirty="0"/>
          </a:p>
        </p:txBody>
      </p:sp>
      <p:sp>
        <p:nvSpPr>
          <p:cNvPr id="22" name="Shape 20"/>
          <p:cNvSpPr/>
          <p:nvPr/>
        </p:nvSpPr>
        <p:spPr>
          <a:xfrm>
            <a:off x="7406640" y="832104"/>
            <a:ext cx="1572768" cy="283464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8890">
            <a:solidFill>
              <a:srgbClr val="D4E0E7"/>
            </a:solidFill>
            <a:prstDash val="solid"/>
          </a:ln>
          <a:effectLst>
            <a:outerShdw blurRad="8890" dist="3810" dir="2700000" algn="bl" rotWithShape="0">
              <a:srgbClr val="17324D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23" name="Text 21"/>
          <p:cNvSpPr/>
          <p:nvPr/>
        </p:nvSpPr>
        <p:spPr>
          <a:xfrm>
            <a:off x="7498080" y="923544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7324D"/>
                </a:solidFill>
              </a:rPr>
              <a:t>Sep 2026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732520" y="905256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57B8B"/>
                </a:solidFill>
              </a:rPr>
              <a:t>⌄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372600" y="832104"/>
            <a:ext cx="2514600" cy="283464"/>
          </a:xfrm>
          <a:prstGeom prst="roundRect">
            <a:avLst>
              <a:gd name="adj" fmla="val 12903"/>
            </a:avLst>
          </a:prstGeom>
          <a:solidFill>
            <a:srgbClr val="00243D"/>
          </a:solidFill>
          <a:ln w="8890">
            <a:solidFill>
              <a:srgbClr val="00243D"/>
            </a:solidFill>
            <a:prstDash val="solid"/>
          </a:ln>
          <a:effectLst>
            <a:outerShdw blurRad="8890" dist="3810" dir="2700000" algn="bl" rotWithShape="0">
              <a:srgbClr val="17324D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26" name="Text 24"/>
          <p:cNvSpPr/>
          <p:nvPr/>
        </p:nvSpPr>
        <p:spPr>
          <a:xfrm>
            <a:off x="9528048" y="923544"/>
            <a:ext cx="21762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40" b="1" dirty="0">
                <a:solidFill>
                  <a:srgbClr val="FFFFFF"/>
                </a:solidFill>
              </a:rPr>
              <a:t>Last refresh  •  28 Sep 2026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274320" y="1280160"/>
            <a:ext cx="1773936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8890">
            <a:solidFill>
              <a:srgbClr val="D4E0E7"/>
            </a:solidFill>
            <a:prstDash val="solid"/>
          </a:ln>
          <a:effectLst>
            <a:outerShdw blurRad="8890" dist="3810" dir="2700000" algn="bl" rotWithShape="0">
              <a:srgbClr val="17324D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28" name="Text 26"/>
          <p:cNvSpPr/>
          <p:nvPr/>
        </p:nvSpPr>
        <p:spPr>
          <a:xfrm>
            <a:off x="384048" y="1399032"/>
            <a:ext cx="1536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657B8B"/>
                </a:solidFill>
              </a:rPr>
              <a:t>TOTAL ARTEFACTS</a:t>
            </a:r>
            <a:endParaRPr lang="en-US" sz="680" dirty="0"/>
          </a:p>
        </p:txBody>
      </p:sp>
      <p:sp>
        <p:nvSpPr>
          <p:cNvPr id="29" name="Text 27"/>
          <p:cNvSpPr/>
          <p:nvPr/>
        </p:nvSpPr>
        <p:spPr>
          <a:xfrm>
            <a:off x="384048" y="157276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638E"/>
                </a:solidFill>
              </a:rPr>
              <a:t>186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2249424" y="1280160"/>
            <a:ext cx="1773936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8890">
            <a:solidFill>
              <a:srgbClr val="D4E0E7"/>
            </a:solidFill>
            <a:prstDash val="solid"/>
          </a:ln>
          <a:effectLst>
            <a:outerShdw blurRad="8890" dist="3810" dir="2700000" algn="bl" rotWithShape="0">
              <a:srgbClr val="17324D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31" name="Text 29"/>
          <p:cNvSpPr/>
          <p:nvPr/>
        </p:nvSpPr>
        <p:spPr>
          <a:xfrm>
            <a:off x="2359152" y="1399032"/>
            <a:ext cx="1536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657B8B"/>
                </a:solidFill>
              </a:rPr>
              <a:t>COMPLETE</a:t>
            </a:r>
            <a:endParaRPr lang="en-US" sz="680" dirty="0"/>
          </a:p>
        </p:txBody>
      </p:sp>
      <p:sp>
        <p:nvSpPr>
          <p:cNvPr id="32" name="Text 30"/>
          <p:cNvSpPr/>
          <p:nvPr/>
        </p:nvSpPr>
        <p:spPr>
          <a:xfrm>
            <a:off x="2359152" y="157276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9D57"/>
                </a:solidFill>
              </a:rPr>
              <a:t>142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4224528" y="1280160"/>
            <a:ext cx="1773936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8890">
            <a:solidFill>
              <a:srgbClr val="D4E0E7"/>
            </a:solidFill>
            <a:prstDash val="solid"/>
          </a:ln>
          <a:effectLst>
            <a:outerShdw blurRad="8890" dist="3810" dir="2700000" algn="bl" rotWithShape="0">
              <a:srgbClr val="17324D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34" name="Text 32"/>
          <p:cNvSpPr/>
          <p:nvPr/>
        </p:nvSpPr>
        <p:spPr>
          <a:xfrm>
            <a:off x="4334256" y="1399032"/>
            <a:ext cx="1536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657B8B"/>
                </a:solidFill>
              </a:rPr>
              <a:t>PENDING / DUE</a:t>
            </a:r>
            <a:endParaRPr lang="en-US" sz="680" dirty="0"/>
          </a:p>
        </p:txBody>
      </p:sp>
      <p:sp>
        <p:nvSpPr>
          <p:cNvPr id="35" name="Text 33"/>
          <p:cNvSpPr/>
          <p:nvPr/>
        </p:nvSpPr>
        <p:spPr>
          <a:xfrm>
            <a:off x="4334256" y="157276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2A900"/>
                </a:solidFill>
              </a:rPr>
              <a:t>31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6199632" y="1280160"/>
            <a:ext cx="1773936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8890">
            <a:solidFill>
              <a:srgbClr val="D4E0E7"/>
            </a:solidFill>
            <a:prstDash val="solid"/>
          </a:ln>
          <a:effectLst>
            <a:outerShdw blurRad="8890" dist="3810" dir="2700000" algn="bl" rotWithShape="0">
              <a:srgbClr val="17324D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37" name="Text 35"/>
          <p:cNvSpPr/>
          <p:nvPr/>
        </p:nvSpPr>
        <p:spPr>
          <a:xfrm>
            <a:off x="6309360" y="1399032"/>
            <a:ext cx="1536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657B8B"/>
                </a:solidFill>
              </a:rPr>
              <a:t>OVERDUE</a:t>
            </a:r>
            <a:endParaRPr lang="en-US" sz="680" dirty="0"/>
          </a:p>
        </p:txBody>
      </p:sp>
      <p:sp>
        <p:nvSpPr>
          <p:cNvPr id="38" name="Text 36"/>
          <p:cNvSpPr/>
          <p:nvPr/>
        </p:nvSpPr>
        <p:spPr>
          <a:xfrm>
            <a:off x="6309360" y="157276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83B3E"/>
                </a:solidFill>
              </a:rPr>
              <a:t>13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8366760" y="1280160"/>
            <a:ext cx="3520440" cy="594360"/>
          </a:xfrm>
          <a:prstGeom prst="roundRect">
            <a:avLst>
              <a:gd name="adj" fmla="val 6154"/>
            </a:avLst>
          </a:prstGeom>
          <a:solidFill>
            <a:srgbClr val="EAF5F9"/>
          </a:solidFill>
          <a:ln w="8890">
            <a:solidFill>
              <a:srgbClr val="42AFD4"/>
            </a:solidFill>
            <a:prstDash val="solid"/>
          </a:ln>
          <a:effectLst>
            <a:outerShdw blurRad="8890" dist="3810" dir="2700000" algn="bl" rotWithShape="0">
              <a:srgbClr val="17324D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40" name="Text 38"/>
          <p:cNvSpPr/>
          <p:nvPr/>
        </p:nvSpPr>
        <p:spPr>
          <a:xfrm>
            <a:off x="8549640" y="1399032"/>
            <a:ext cx="1828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0F638E"/>
                </a:solidFill>
              </a:rPr>
              <a:t>EVIDENCE COMPLIANCE</a:t>
            </a:r>
            <a:endParaRPr lang="en-US" sz="680" dirty="0"/>
          </a:p>
        </p:txBody>
      </p:sp>
      <p:sp>
        <p:nvSpPr>
          <p:cNvPr id="41" name="Text 39"/>
          <p:cNvSpPr/>
          <p:nvPr/>
        </p:nvSpPr>
        <p:spPr>
          <a:xfrm>
            <a:off x="8549640" y="15727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638E"/>
                </a:solidFill>
              </a:rPr>
              <a:t>76%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9326880" y="160020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 dirty="0">
                <a:solidFill>
                  <a:srgbClr val="17324D"/>
                </a:solidFill>
              </a:rPr>
              <a:t>Complete and filed before closure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292608" y="206654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0243D"/>
                </a:solidFill>
              </a:rPr>
              <a:t>TOLLGATE CLOSURE READINESS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74320" y="2359152"/>
            <a:ext cx="1691640" cy="960120"/>
          </a:xfrm>
          <a:prstGeom prst="roundRect">
            <a:avLst>
              <a:gd name="adj" fmla="val 3810"/>
            </a:avLst>
          </a:prstGeom>
          <a:solidFill>
            <a:srgbClr val="E4F3E9"/>
          </a:solidFill>
          <a:ln w="8890">
            <a:solidFill>
              <a:srgbClr val="2E9D57"/>
            </a:solidFill>
            <a:prstDash val="solid"/>
          </a:ln>
          <a:effectLst>
            <a:outerShdw blurRad="8890" dist="3810" dir="2700000" algn="bl" rotWithShape="0">
              <a:srgbClr val="17324D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45" name="Text 43"/>
          <p:cNvSpPr/>
          <p:nvPr/>
        </p:nvSpPr>
        <p:spPr>
          <a:xfrm>
            <a:off x="384048" y="2487168"/>
            <a:ext cx="347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E9D57"/>
                </a:solidFill>
              </a:rPr>
              <a:t>TG1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77240" y="247802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243D"/>
                </a:solidFill>
              </a:rPr>
              <a:t>INITIATE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84048" y="2761488"/>
            <a:ext cx="1444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657B8B"/>
                </a:solidFill>
              </a:rPr>
              <a:t>BC approved</a:t>
            </a:r>
            <a:endParaRPr lang="en-US" sz="740" dirty="0"/>
          </a:p>
        </p:txBody>
      </p:sp>
      <p:sp>
        <p:nvSpPr>
          <p:cNvPr id="48" name="Text 46"/>
          <p:cNvSpPr/>
          <p:nvPr/>
        </p:nvSpPr>
        <p:spPr>
          <a:xfrm>
            <a:off x="384048" y="2999232"/>
            <a:ext cx="502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9D57"/>
                </a:solidFill>
              </a:rPr>
              <a:t>82%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969264" y="3054096"/>
            <a:ext cx="758952" cy="82296"/>
          </a:xfrm>
          <a:prstGeom prst="rect">
            <a:avLst/>
          </a:prstGeom>
          <a:solidFill>
            <a:srgbClr val="D9E2E8"/>
          </a:solidFill>
          <a:ln w="12700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0" name="Shape 48"/>
          <p:cNvSpPr/>
          <p:nvPr/>
        </p:nvSpPr>
        <p:spPr>
          <a:xfrm>
            <a:off x="969264" y="3054096"/>
            <a:ext cx="622341" cy="82296"/>
          </a:xfrm>
          <a:prstGeom prst="rect">
            <a:avLst/>
          </a:prstGeom>
          <a:solidFill>
            <a:srgbClr val="2E9D57"/>
          </a:solidFill>
          <a:ln w="12700">
            <a:solidFill>
              <a:srgbClr val="2E9D5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1" name="Shape 49"/>
          <p:cNvSpPr/>
          <p:nvPr/>
        </p:nvSpPr>
        <p:spPr>
          <a:xfrm>
            <a:off x="2157984" y="2359152"/>
            <a:ext cx="1691640" cy="960120"/>
          </a:xfrm>
          <a:prstGeom prst="roundRect">
            <a:avLst>
              <a:gd name="adj" fmla="val 3810"/>
            </a:avLst>
          </a:prstGeom>
          <a:solidFill>
            <a:srgbClr val="FFF3D6"/>
          </a:solidFill>
          <a:ln w="8890">
            <a:solidFill>
              <a:srgbClr val="F2A900"/>
            </a:solidFill>
            <a:prstDash val="solid"/>
          </a:ln>
          <a:effectLst>
            <a:outerShdw blurRad="8890" dist="3810" dir="2700000" algn="bl" rotWithShape="0">
              <a:srgbClr val="17324D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52" name="Text 50"/>
          <p:cNvSpPr/>
          <p:nvPr/>
        </p:nvSpPr>
        <p:spPr>
          <a:xfrm>
            <a:off x="2267712" y="2487168"/>
            <a:ext cx="347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2A900"/>
                </a:solidFill>
              </a:rPr>
              <a:t>TG2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660904" y="247802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243D"/>
                </a:solidFill>
              </a:rPr>
              <a:t>PLAN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2267712" y="2761488"/>
            <a:ext cx="1444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657B8B"/>
                </a:solidFill>
              </a:rPr>
              <a:t>Plan signed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2267712" y="2999232"/>
            <a:ext cx="502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2A900"/>
                </a:solidFill>
              </a:rPr>
              <a:t>71%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2852928" y="3054096"/>
            <a:ext cx="758952" cy="82296"/>
          </a:xfrm>
          <a:prstGeom prst="rect">
            <a:avLst/>
          </a:prstGeom>
          <a:solidFill>
            <a:srgbClr val="D9E2E8"/>
          </a:solidFill>
          <a:ln w="12700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7" name="Shape 55"/>
          <p:cNvSpPr/>
          <p:nvPr/>
        </p:nvSpPr>
        <p:spPr>
          <a:xfrm>
            <a:off x="2852928" y="3054096"/>
            <a:ext cx="538856" cy="82296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8" name="Shape 56"/>
          <p:cNvSpPr/>
          <p:nvPr/>
        </p:nvSpPr>
        <p:spPr>
          <a:xfrm>
            <a:off x="4041648" y="2359152"/>
            <a:ext cx="1691640" cy="960120"/>
          </a:xfrm>
          <a:prstGeom prst="roundRect">
            <a:avLst>
              <a:gd name="adj" fmla="val 3810"/>
            </a:avLst>
          </a:prstGeom>
          <a:solidFill>
            <a:srgbClr val="FFF3D6"/>
          </a:solidFill>
          <a:ln w="8890">
            <a:solidFill>
              <a:srgbClr val="F2A900"/>
            </a:solidFill>
            <a:prstDash val="solid"/>
          </a:ln>
          <a:effectLst>
            <a:outerShdw blurRad="8890" dist="3810" dir="2700000" algn="bl" rotWithShape="0">
              <a:srgbClr val="17324D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59" name="Text 57"/>
          <p:cNvSpPr/>
          <p:nvPr/>
        </p:nvSpPr>
        <p:spPr>
          <a:xfrm>
            <a:off x="4151376" y="2487168"/>
            <a:ext cx="347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2A900"/>
                </a:solidFill>
              </a:rPr>
              <a:t>TG3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544568" y="247802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243D"/>
                </a:solidFill>
              </a:rPr>
              <a:t>EXECUTE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4151376" y="2761488"/>
            <a:ext cx="1444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657B8B"/>
                </a:solidFill>
              </a:rPr>
              <a:t>KT signed</a:t>
            </a:r>
            <a:endParaRPr lang="en-US" sz="740" dirty="0"/>
          </a:p>
        </p:txBody>
      </p:sp>
      <p:sp>
        <p:nvSpPr>
          <p:cNvPr id="62" name="Text 60"/>
          <p:cNvSpPr/>
          <p:nvPr/>
        </p:nvSpPr>
        <p:spPr>
          <a:xfrm>
            <a:off x="4151376" y="2999232"/>
            <a:ext cx="502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2A900"/>
                </a:solidFill>
              </a:rPr>
              <a:t>68%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4736592" y="3054096"/>
            <a:ext cx="758952" cy="82296"/>
          </a:xfrm>
          <a:prstGeom prst="rect">
            <a:avLst/>
          </a:prstGeom>
          <a:solidFill>
            <a:srgbClr val="D9E2E8"/>
          </a:solidFill>
          <a:ln w="12700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4" name="Shape 62"/>
          <p:cNvSpPr/>
          <p:nvPr/>
        </p:nvSpPr>
        <p:spPr>
          <a:xfrm>
            <a:off x="4736592" y="3054096"/>
            <a:ext cx="516087" cy="82296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5" name="Shape 63"/>
          <p:cNvSpPr/>
          <p:nvPr/>
        </p:nvSpPr>
        <p:spPr>
          <a:xfrm>
            <a:off x="5925312" y="2359152"/>
            <a:ext cx="1691640" cy="960120"/>
          </a:xfrm>
          <a:prstGeom prst="roundRect">
            <a:avLst>
              <a:gd name="adj" fmla="val 3810"/>
            </a:avLst>
          </a:prstGeom>
          <a:solidFill>
            <a:srgbClr val="FBE4E5"/>
          </a:solidFill>
          <a:ln w="8890">
            <a:solidFill>
              <a:srgbClr val="D83B3E"/>
            </a:solidFill>
            <a:prstDash val="solid"/>
          </a:ln>
          <a:effectLst>
            <a:outerShdw blurRad="8890" dist="3810" dir="2700000" algn="bl" rotWithShape="0">
              <a:srgbClr val="17324D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66" name="Text 64"/>
          <p:cNvSpPr/>
          <p:nvPr/>
        </p:nvSpPr>
        <p:spPr>
          <a:xfrm>
            <a:off x="6035040" y="2487168"/>
            <a:ext cx="347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D83B3E"/>
                </a:solidFill>
              </a:rPr>
              <a:t>TG4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6428232" y="247802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00243D"/>
                </a:solidFill>
              </a:rPr>
              <a:t>MONITOR &amp; CONTROL</a:t>
            </a:r>
            <a:endParaRPr lang="en-US" sz="720" dirty="0"/>
          </a:p>
        </p:txBody>
      </p:sp>
      <p:sp>
        <p:nvSpPr>
          <p:cNvPr id="68" name="Text 66"/>
          <p:cNvSpPr/>
          <p:nvPr/>
        </p:nvSpPr>
        <p:spPr>
          <a:xfrm>
            <a:off x="6035040" y="2761488"/>
            <a:ext cx="1444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657B8B"/>
                </a:solidFill>
              </a:rPr>
              <a:t>Hypercare signed</a:t>
            </a:r>
            <a:endParaRPr lang="en-US" sz="740" dirty="0"/>
          </a:p>
        </p:txBody>
      </p:sp>
      <p:sp>
        <p:nvSpPr>
          <p:cNvPr id="69" name="Text 67"/>
          <p:cNvSpPr/>
          <p:nvPr/>
        </p:nvSpPr>
        <p:spPr>
          <a:xfrm>
            <a:off x="6035040" y="2999232"/>
            <a:ext cx="502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83B3E"/>
                </a:solidFill>
              </a:rPr>
              <a:t>55%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6620256" y="3054096"/>
            <a:ext cx="758952" cy="82296"/>
          </a:xfrm>
          <a:prstGeom prst="rect">
            <a:avLst/>
          </a:prstGeom>
          <a:solidFill>
            <a:srgbClr val="D9E2E8"/>
          </a:solidFill>
          <a:ln w="12700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1" name="Shape 69"/>
          <p:cNvSpPr/>
          <p:nvPr/>
        </p:nvSpPr>
        <p:spPr>
          <a:xfrm>
            <a:off x="6620256" y="3054096"/>
            <a:ext cx="417424" cy="82296"/>
          </a:xfrm>
          <a:prstGeom prst="rect">
            <a:avLst/>
          </a:prstGeom>
          <a:solidFill>
            <a:srgbClr val="D83B3E"/>
          </a:solidFill>
          <a:ln w="12700">
            <a:solidFill>
              <a:srgbClr val="D83B3E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2" name="Shape 70"/>
          <p:cNvSpPr/>
          <p:nvPr/>
        </p:nvSpPr>
        <p:spPr>
          <a:xfrm>
            <a:off x="7808976" y="2359152"/>
            <a:ext cx="1691640" cy="960120"/>
          </a:xfrm>
          <a:prstGeom prst="roundRect">
            <a:avLst>
              <a:gd name="adj" fmla="val 3810"/>
            </a:avLst>
          </a:prstGeom>
          <a:solidFill>
            <a:srgbClr val="FBE4E5"/>
          </a:solidFill>
          <a:ln w="8890">
            <a:solidFill>
              <a:srgbClr val="D83B3E"/>
            </a:solidFill>
            <a:prstDash val="solid"/>
          </a:ln>
          <a:effectLst>
            <a:outerShdw blurRad="8890" dist="3810" dir="2700000" algn="bl" rotWithShape="0">
              <a:srgbClr val="17324D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73" name="Text 71"/>
          <p:cNvSpPr/>
          <p:nvPr/>
        </p:nvSpPr>
        <p:spPr>
          <a:xfrm>
            <a:off x="7918704" y="2487168"/>
            <a:ext cx="347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D83B3E"/>
                </a:solidFill>
              </a:rPr>
              <a:t>TG5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8311896" y="247802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00243D"/>
                </a:solidFill>
              </a:rPr>
              <a:t>CLOSE &amp; VALUE</a:t>
            </a:r>
            <a:endParaRPr lang="en-US" sz="720" dirty="0"/>
          </a:p>
        </p:txBody>
      </p:sp>
      <p:sp>
        <p:nvSpPr>
          <p:cNvPr id="75" name="Text 73"/>
          <p:cNvSpPr/>
          <p:nvPr/>
        </p:nvSpPr>
        <p:spPr>
          <a:xfrm>
            <a:off x="7918704" y="2761488"/>
            <a:ext cx="1444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657B8B"/>
                </a:solidFill>
              </a:rPr>
              <a:t>BAU &amp; benefits</a:t>
            </a:r>
            <a:endParaRPr lang="en-US" sz="740" dirty="0"/>
          </a:p>
        </p:txBody>
      </p:sp>
      <p:sp>
        <p:nvSpPr>
          <p:cNvPr id="76" name="Text 74"/>
          <p:cNvSpPr/>
          <p:nvPr/>
        </p:nvSpPr>
        <p:spPr>
          <a:xfrm>
            <a:off x="7918704" y="2999232"/>
            <a:ext cx="502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83B3E"/>
                </a:solidFill>
              </a:rPr>
              <a:t>44%</a:t>
            </a:r>
            <a:endParaRPr lang="en-US" sz="1400" dirty="0"/>
          </a:p>
        </p:txBody>
      </p:sp>
      <p:sp>
        <p:nvSpPr>
          <p:cNvPr id="77" name="Shape 75"/>
          <p:cNvSpPr/>
          <p:nvPr/>
        </p:nvSpPr>
        <p:spPr>
          <a:xfrm>
            <a:off x="8503920" y="3054096"/>
            <a:ext cx="758952" cy="82296"/>
          </a:xfrm>
          <a:prstGeom prst="rect">
            <a:avLst/>
          </a:prstGeom>
          <a:solidFill>
            <a:srgbClr val="D9E2E8"/>
          </a:solidFill>
          <a:ln w="12700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8" name="Shape 76"/>
          <p:cNvSpPr/>
          <p:nvPr/>
        </p:nvSpPr>
        <p:spPr>
          <a:xfrm>
            <a:off x="8503920" y="3054096"/>
            <a:ext cx="333939" cy="82296"/>
          </a:xfrm>
          <a:prstGeom prst="rect">
            <a:avLst/>
          </a:prstGeom>
          <a:solidFill>
            <a:srgbClr val="D83B3E"/>
          </a:solidFill>
          <a:ln w="12700">
            <a:solidFill>
              <a:srgbClr val="D83B3E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9" name="Shape 77"/>
          <p:cNvSpPr/>
          <p:nvPr/>
        </p:nvSpPr>
        <p:spPr>
          <a:xfrm>
            <a:off x="9710928" y="2066544"/>
            <a:ext cx="2176272" cy="3639312"/>
          </a:xfrm>
          <a:prstGeom prst="roundRect">
            <a:avLst>
              <a:gd name="adj" fmla="val 1681"/>
            </a:avLst>
          </a:prstGeom>
          <a:solidFill>
            <a:srgbClr val="FFFFFF"/>
          </a:solidFill>
          <a:ln w="8890">
            <a:solidFill>
              <a:srgbClr val="D4E0E7"/>
            </a:solidFill>
            <a:prstDash val="solid"/>
          </a:ln>
          <a:effectLst>
            <a:outerShdw blurRad="8890" dist="3810" dir="2700000" algn="bl" rotWithShape="0">
              <a:srgbClr val="17324D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80" name="Text 78"/>
          <p:cNvSpPr/>
          <p:nvPr/>
        </p:nvSpPr>
        <p:spPr>
          <a:xfrm>
            <a:off x="9893808" y="2249424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b="1" dirty="0">
                <a:solidFill>
                  <a:srgbClr val="00243D"/>
                </a:solidFill>
              </a:rPr>
              <a:t>CLOSURE ACTION REQUIRED</a:t>
            </a:r>
            <a:endParaRPr lang="en-US" sz="930" dirty="0"/>
          </a:p>
        </p:txBody>
      </p:sp>
      <p:sp>
        <p:nvSpPr>
          <p:cNvPr id="81" name="Shape 79"/>
          <p:cNvSpPr/>
          <p:nvPr/>
        </p:nvSpPr>
        <p:spPr>
          <a:xfrm>
            <a:off x="9893808" y="2624328"/>
            <a:ext cx="118872" cy="118872"/>
          </a:xfrm>
          <a:prstGeom prst="ellipse">
            <a:avLst/>
          </a:prstGeom>
          <a:solidFill>
            <a:srgbClr val="D83B3E"/>
          </a:solidFill>
          <a:ln w="12700">
            <a:solidFill>
              <a:srgbClr val="D83B3E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2" name="Text 80"/>
          <p:cNvSpPr/>
          <p:nvPr/>
        </p:nvSpPr>
        <p:spPr>
          <a:xfrm>
            <a:off x="10104120" y="2587752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D83B3E"/>
                </a:solidFill>
              </a:rPr>
              <a:t>TG4</a:t>
            </a:r>
            <a:endParaRPr lang="en-US" sz="730" dirty="0"/>
          </a:p>
        </p:txBody>
      </p:sp>
      <p:sp>
        <p:nvSpPr>
          <p:cNvPr id="83" name="Text 81"/>
          <p:cNvSpPr/>
          <p:nvPr/>
        </p:nvSpPr>
        <p:spPr>
          <a:xfrm>
            <a:off x="10451592" y="2587752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7324D"/>
                </a:solidFill>
              </a:rPr>
              <a:t>Hypercare evidence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10104120" y="2788920"/>
            <a:ext cx="11430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670" dirty="0">
                <a:solidFill>
                  <a:srgbClr val="657B8B"/>
                </a:solidFill>
              </a:rPr>
              <a:t>Ocean • EUR</a:t>
            </a:r>
            <a:endParaRPr lang="en-US" sz="670" dirty="0"/>
          </a:p>
        </p:txBody>
      </p:sp>
      <p:sp>
        <p:nvSpPr>
          <p:cNvPr id="85" name="Text 83"/>
          <p:cNvSpPr/>
          <p:nvPr/>
        </p:nvSpPr>
        <p:spPr>
          <a:xfrm>
            <a:off x="11064240" y="2788920"/>
            <a:ext cx="62179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670" b="1" dirty="0">
                <a:solidFill>
                  <a:srgbClr val="D83B3E"/>
                </a:solidFill>
              </a:rPr>
              <a:t>Due now</a:t>
            </a:r>
            <a:endParaRPr lang="en-US" sz="670" dirty="0"/>
          </a:p>
        </p:txBody>
      </p:sp>
      <p:sp>
        <p:nvSpPr>
          <p:cNvPr id="86" name="Shape 84"/>
          <p:cNvSpPr/>
          <p:nvPr/>
        </p:nvSpPr>
        <p:spPr>
          <a:xfrm>
            <a:off x="9893808" y="3035808"/>
            <a:ext cx="1792224" cy="1"/>
          </a:xfrm>
          <a:prstGeom prst="line">
            <a:avLst/>
          </a:prstGeom>
          <a:noFill/>
          <a:ln w="6350">
            <a:solidFill>
              <a:srgbClr val="E2EAEE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7" name="Shape 85"/>
          <p:cNvSpPr/>
          <p:nvPr/>
        </p:nvSpPr>
        <p:spPr>
          <a:xfrm>
            <a:off x="9893808" y="3218688"/>
            <a:ext cx="118872" cy="118872"/>
          </a:xfrm>
          <a:prstGeom prst="ellipse">
            <a:avLst/>
          </a:prstGeom>
          <a:solidFill>
            <a:srgbClr val="D83B3E"/>
          </a:solidFill>
          <a:ln w="12700">
            <a:solidFill>
              <a:srgbClr val="D83B3E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8" name="Text 86"/>
          <p:cNvSpPr/>
          <p:nvPr/>
        </p:nvSpPr>
        <p:spPr>
          <a:xfrm>
            <a:off x="10104120" y="3182112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D83B3E"/>
                </a:solidFill>
              </a:rPr>
              <a:t>TG5</a:t>
            </a:r>
            <a:endParaRPr lang="en-US" sz="730" dirty="0"/>
          </a:p>
        </p:txBody>
      </p:sp>
      <p:sp>
        <p:nvSpPr>
          <p:cNvPr id="89" name="Text 87"/>
          <p:cNvSpPr/>
          <p:nvPr/>
        </p:nvSpPr>
        <p:spPr>
          <a:xfrm>
            <a:off x="10451592" y="3182112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7324D"/>
                </a:solidFill>
              </a:rPr>
              <a:t>Benefits confirmation</a:t>
            </a:r>
            <a:endParaRPr lang="en-US" sz="750" dirty="0"/>
          </a:p>
        </p:txBody>
      </p:sp>
      <p:sp>
        <p:nvSpPr>
          <p:cNvPr id="90" name="Text 88"/>
          <p:cNvSpPr/>
          <p:nvPr/>
        </p:nvSpPr>
        <p:spPr>
          <a:xfrm>
            <a:off x="10104120" y="3383280"/>
            <a:ext cx="11430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670" dirty="0">
                <a:solidFill>
                  <a:srgbClr val="657B8B"/>
                </a:solidFill>
              </a:rPr>
              <a:t>Landside • NAM</a:t>
            </a:r>
            <a:endParaRPr lang="en-US" sz="670" dirty="0"/>
          </a:p>
        </p:txBody>
      </p:sp>
      <p:sp>
        <p:nvSpPr>
          <p:cNvPr id="91" name="Text 89"/>
          <p:cNvSpPr/>
          <p:nvPr/>
        </p:nvSpPr>
        <p:spPr>
          <a:xfrm>
            <a:off x="11064240" y="3383280"/>
            <a:ext cx="62179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670" b="1" dirty="0">
                <a:solidFill>
                  <a:srgbClr val="D83B3E"/>
                </a:solidFill>
              </a:rPr>
              <a:t>Overdue</a:t>
            </a:r>
            <a:endParaRPr lang="en-US" sz="670" dirty="0"/>
          </a:p>
        </p:txBody>
      </p:sp>
      <p:sp>
        <p:nvSpPr>
          <p:cNvPr id="92" name="Shape 90"/>
          <p:cNvSpPr/>
          <p:nvPr/>
        </p:nvSpPr>
        <p:spPr>
          <a:xfrm>
            <a:off x="9893808" y="3630168"/>
            <a:ext cx="1792224" cy="1"/>
          </a:xfrm>
          <a:prstGeom prst="line">
            <a:avLst/>
          </a:prstGeom>
          <a:noFill/>
          <a:ln w="6350">
            <a:solidFill>
              <a:srgbClr val="E2EAEE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93" name="Shape 91"/>
          <p:cNvSpPr/>
          <p:nvPr/>
        </p:nvSpPr>
        <p:spPr>
          <a:xfrm>
            <a:off x="9893808" y="3813048"/>
            <a:ext cx="118872" cy="118872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94" name="Text 92"/>
          <p:cNvSpPr/>
          <p:nvPr/>
        </p:nvSpPr>
        <p:spPr>
          <a:xfrm>
            <a:off x="10104120" y="3776472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F2A900"/>
                </a:solidFill>
              </a:rPr>
              <a:t>TG2</a:t>
            </a:r>
            <a:endParaRPr lang="en-US" sz="730" dirty="0"/>
          </a:p>
        </p:txBody>
      </p:sp>
      <p:sp>
        <p:nvSpPr>
          <p:cNvPr id="95" name="Text 93"/>
          <p:cNvSpPr/>
          <p:nvPr/>
        </p:nvSpPr>
        <p:spPr>
          <a:xfrm>
            <a:off x="10451592" y="3776472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7324D"/>
                </a:solidFill>
              </a:rPr>
              <a:t>Infrastructure sign-off</a:t>
            </a:r>
            <a:endParaRPr lang="en-US" sz="750" dirty="0"/>
          </a:p>
        </p:txBody>
      </p:sp>
      <p:sp>
        <p:nvSpPr>
          <p:cNvPr id="96" name="Text 94"/>
          <p:cNvSpPr/>
          <p:nvPr/>
        </p:nvSpPr>
        <p:spPr>
          <a:xfrm>
            <a:off x="10104120" y="3977640"/>
            <a:ext cx="11430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670" dirty="0">
                <a:solidFill>
                  <a:srgbClr val="657B8B"/>
                </a:solidFill>
              </a:rPr>
              <a:t>Customs • APA</a:t>
            </a:r>
            <a:endParaRPr lang="en-US" sz="670" dirty="0"/>
          </a:p>
        </p:txBody>
      </p:sp>
      <p:sp>
        <p:nvSpPr>
          <p:cNvPr id="97" name="Text 95"/>
          <p:cNvSpPr/>
          <p:nvPr/>
        </p:nvSpPr>
        <p:spPr>
          <a:xfrm>
            <a:off x="11064240" y="3977640"/>
            <a:ext cx="62179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670" b="1" dirty="0">
                <a:solidFill>
                  <a:srgbClr val="F2A900"/>
                </a:solidFill>
              </a:rPr>
              <a:t>Due this cycle</a:t>
            </a:r>
            <a:endParaRPr lang="en-US" sz="670" dirty="0"/>
          </a:p>
        </p:txBody>
      </p:sp>
      <p:sp>
        <p:nvSpPr>
          <p:cNvPr id="98" name="Shape 96"/>
          <p:cNvSpPr/>
          <p:nvPr/>
        </p:nvSpPr>
        <p:spPr>
          <a:xfrm>
            <a:off x="9893808" y="4224528"/>
            <a:ext cx="1792224" cy="1"/>
          </a:xfrm>
          <a:prstGeom prst="line">
            <a:avLst/>
          </a:prstGeom>
          <a:noFill/>
          <a:ln w="6350">
            <a:solidFill>
              <a:srgbClr val="E2EAEE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99" name="Shape 97"/>
          <p:cNvSpPr/>
          <p:nvPr/>
        </p:nvSpPr>
        <p:spPr>
          <a:xfrm>
            <a:off x="9893808" y="4407408"/>
            <a:ext cx="118872" cy="118872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00" name="Text 98"/>
          <p:cNvSpPr/>
          <p:nvPr/>
        </p:nvSpPr>
        <p:spPr>
          <a:xfrm>
            <a:off x="10104120" y="4370832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F2A900"/>
                </a:solidFill>
              </a:rPr>
              <a:t>TG3</a:t>
            </a:r>
            <a:endParaRPr lang="en-US" sz="730" dirty="0"/>
          </a:p>
        </p:txBody>
      </p:sp>
      <p:sp>
        <p:nvSpPr>
          <p:cNvPr id="101" name="Text 99"/>
          <p:cNvSpPr/>
          <p:nvPr/>
        </p:nvSpPr>
        <p:spPr>
          <a:xfrm>
            <a:off x="10451592" y="4370832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7324D"/>
                </a:solidFill>
              </a:rPr>
              <a:t>KT validation record</a:t>
            </a:r>
            <a:endParaRPr lang="en-US" sz="750" dirty="0"/>
          </a:p>
        </p:txBody>
      </p:sp>
      <p:sp>
        <p:nvSpPr>
          <p:cNvPr id="102" name="Text 100"/>
          <p:cNvSpPr/>
          <p:nvPr/>
        </p:nvSpPr>
        <p:spPr>
          <a:xfrm>
            <a:off x="10104120" y="4572000"/>
            <a:ext cx="11430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670" dirty="0">
                <a:solidFill>
                  <a:srgbClr val="657B8B"/>
                </a:solidFill>
              </a:rPr>
              <a:t>Finance • IMEA</a:t>
            </a:r>
            <a:endParaRPr lang="en-US" sz="670" dirty="0"/>
          </a:p>
        </p:txBody>
      </p:sp>
      <p:sp>
        <p:nvSpPr>
          <p:cNvPr id="103" name="Text 101"/>
          <p:cNvSpPr/>
          <p:nvPr/>
        </p:nvSpPr>
        <p:spPr>
          <a:xfrm>
            <a:off x="11064240" y="4572000"/>
            <a:ext cx="62179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670" b="1" dirty="0">
                <a:solidFill>
                  <a:srgbClr val="F2A900"/>
                </a:solidFill>
              </a:rPr>
              <a:t>Due this cycle</a:t>
            </a:r>
            <a:endParaRPr lang="en-US" sz="670" dirty="0"/>
          </a:p>
        </p:txBody>
      </p:sp>
      <p:sp>
        <p:nvSpPr>
          <p:cNvPr id="104" name="Shape 102"/>
          <p:cNvSpPr/>
          <p:nvPr/>
        </p:nvSpPr>
        <p:spPr>
          <a:xfrm>
            <a:off x="9893808" y="4818888"/>
            <a:ext cx="1792224" cy="1"/>
          </a:xfrm>
          <a:prstGeom prst="line">
            <a:avLst/>
          </a:prstGeom>
          <a:noFill/>
          <a:ln w="6350">
            <a:solidFill>
              <a:srgbClr val="E2EAEE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05" name="Text 103"/>
          <p:cNvSpPr/>
          <p:nvPr/>
        </p:nvSpPr>
        <p:spPr>
          <a:xfrm>
            <a:off x="9893808" y="5358384"/>
            <a:ext cx="1737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F638E"/>
                </a:solidFill>
              </a:rPr>
              <a:t>View action log  →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274320" y="3529584"/>
            <a:ext cx="9189720" cy="2176272"/>
          </a:xfrm>
          <a:prstGeom prst="roundRect">
            <a:avLst>
              <a:gd name="adj" fmla="val 1681"/>
            </a:avLst>
          </a:prstGeom>
          <a:solidFill>
            <a:srgbClr val="FFFFFF"/>
          </a:solidFill>
          <a:ln w="8890">
            <a:solidFill>
              <a:srgbClr val="D4E0E7"/>
            </a:solidFill>
            <a:prstDash val="solid"/>
          </a:ln>
          <a:effectLst>
            <a:outerShdw blurRad="8890" dist="3810" dir="2700000" algn="bl" rotWithShape="0">
              <a:srgbClr val="17324D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07" name="Text 105"/>
          <p:cNvSpPr/>
          <p:nvPr/>
        </p:nvSpPr>
        <p:spPr>
          <a:xfrm>
            <a:off x="457200" y="3703320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243D"/>
                </a:solidFill>
              </a:rPr>
              <a:t>ARTEFACT COMPLETION MATRIX</a:t>
            </a:r>
            <a:endParaRPr lang="en-US" sz="1050" dirty="0"/>
          </a:p>
        </p:txBody>
      </p:sp>
      <p:sp>
        <p:nvSpPr>
          <p:cNvPr id="108" name="Text 106"/>
          <p:cNvSpPr/>
          <p:nvPr/>
        </p:nvSpPr>
        <p:spPr>
          <a:xfrm>
            <a:off x="457200" y="3986784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57B8B"/>
                </a:solidFill>
              </a:rPr>
              <a:t>Project</a:t>
            </a:r>
            <a:endParaRPr lang="en-US" sz="700" dirty="0"/>
          </a:p>
        </p:txBody>
      </p:sp>
      <p:sp>
        <p:nvSpPr>
          <p:cNvPr id="109" name="Text 107"/>
          <p:cNvSpPr/>
          <p:nvPr/>
        </p:nvSpPr>
        <p:spPr>
          <a:xfrm>
            <a:off x="2331720" y="3986784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57B8B"/>
                </a:solidFill>
              </a:rPr>
              <a:t>Phase</a:t>
            </a:r>
            <a:endParaRPr lang="en-US" sz="700" dirty="0"/>
          </a:p>
        </p:txBody>
      </p:sp>
      <p:sp>
        <p:nvSpPr>
          <p:cNvPr id="110" name="Text 108"/>
          <p:cNvSpPr/>
          <p:nvPr/>
        </p:nvSpPr>
        <p:spPr>
          <a:xfrm>
            <a:off x="3182112" y="3986784"/>
            <a:ext cx="3273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57B8B"/>
                </a:solidFill>
              </a:rPr>
              <a:t>Required evidence</a:t>
            </a:r>
            <a:endParaRPr lang="en-US" sz="700" dirty="0"/>
          </a:p>
        </p:txBody>
      </p:sp>
      <p:sp>
        <p:nvSpPr>
          <p:cNvPr id="111" name="Text 109"/>
          <p:cNvSpPr/>
          <p:nvPr/>
        </p:nvSpPr>
        <p:spPr>
          <a:xfrm>
            <a:off x="6675120" y="398678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57B8B"/>
                </a:solidFill>
              </a:rPr>
              <a:t>Filed</a:t>
            </a:r>
            <a:endParaRPr lang="en-US" sz="700" dirty="0"/>
          </a:p>
        </p:txBody>
      </p:sp>
      <p:sp>
        <p:nvSpPr>
          <p:cNvPr id="112" name="Text 110"/>
          <p:cNvSpPr/>
          <p:nvPr/>
        </p:nvSpPr>
        <p:spPr>
          <a:xfrm>
            <a:off x="7360920" y="3986784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57B8B"/>
                </a:solidFill>
              </a:rPr>
              <a:t>Owner</a:t>
            </a:r>
            <a:endParaRPr lang="en-US" sz="700" dirty="0"/>
          </a:p>
        </p:txBody>
      </p:sp>
      <p:sp>
        <p:nvSpPr>
          <p:cNvPr id="113" name="Text 111"/>
          <p:cNvSpPr/>
          <p:nvPr/>
        </p:nvSpPr>
        <p:spPr>
          <a:xfrm>
            <a:off x="8366760" y="3986784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657B8B"/>
                </a:solidFill>
              </a:rPr>
              <a:t>Status</a:t>
            </a:r>
            <a:endParaRPr lang="en-US" sz="700" dirty="0"/>
          </a:p>
        </p:txBody>
      </p:sp>
      <p:sp>
        <p:nvSpPr>
          <p:cNvPr id="114" name="Shape 112"/>
          <p:cNvSpPr/>
          <p:nvPr/>
        </p:nvSpPr>
        <p:spPr>
          <a:xfrm>
            <a:off x="438912" y="4462272"/>
            <a:ext cx="8732520" cy="1"/>
          </a:xfrm>
          <a:prstGeom prst="line">
            <a:avLst/>
          </a:prstGeom>
          <a:noFill/>
          <a:ln w="5715">
            <a:solidFill>
              <a:srgbClr val="E5EBE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15" name="Text 113"/>
          <p:cNvSpPr/>
          <p:nvPr/>
        </p:nvSpPr>
        <p:spPr>
          <a:xfrm>
            <a:off x="457200" y="4261104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7324D"/>
                </a:solidFill>
              </a:rPr>
              <a:t>Ocean EU Hub</a:t>
            </a:r>
            <a:endParaRPr lang="en-US" sz="740" dirty="0"/>
          </a:p>
        </p:txBody>
      </p:sp>
      <p:sp>
        <p:nvSpPr>
          <p:cNvPr id="116" name="Text 114"/>
          <p:cNvSpPr/>
          <p:nvPr/>
        </p:nvSpPr>
        <p:spPr>
          <a:xfrm>
            <a:off x="2331720" y="4261104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D83B3E"/>
                </a:solidFill>
              </a:rPr>
              <a:t>TG4</a:t>
            </a:r>
            <a:endParaRPr lang="en-US" sz="740" dirty="0"/>
          </a:p>
        </p:txBody>
      </p:sp>
      <p:sp>
        <p:nvSpPr>
          <p:cNvPr id="117" name="Text 115"/>
          <p:cNvSpPr/>
          <p:nvPr/>
        </p:nvSpPr>
        <p:spPr>
          <a:xfrm>
            <a:off x="3182112" y="4261104"/>
            <a:ext cx="3273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17324D"/>
                </a:solidFill>
              </a:rPr>
              <a:t>Hypercare exit certificate • KPI evidence</a:t>
            </a:r>
            <a:endParaRPr lang="en-US" sz="700" dirty="0"/>
          </a:p>
        </p:txBody>
      </p:sp>
      <p:sp>
        <p:nvSpPr>
          <p:cNvPr id="118" name="Text 116"/>
          <p:cNvSpPr/>
          <p:nvPr/>
        </p:nvSpPr>
        <p:spPr>
          <a:xfrm>
            <a:off x="6675120" y="426110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17324D"/>
                </a:solidFill>
              </a:rPr>
              <a:t>4/6</a:t>
            </a:r>
            <a:endParaRPr lang="en-US" sz="740" dirty="0"/>
          </a:p>
        </p:txBody>
      </p:sp>
      <p:sp>
        <p:nvSpPr>
          <p:cNvPr id="119" name="Text 117"/>
          <p:cNvSpPr/>
          <p:nvPr/>
        </p:nvSpPr>
        <p:spPr>
          <a:xfrm>
            <a:off x="7360920" y="4261104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17324D"/>
                </a:solidFill>
              </a:rPr>
              <a:t>WPM</a:t>
            </a:r>
            <a:endParaRPr lang="en-US" sz="740" dirty="0"/>
          </a:p>
        </p:txBody>
      </p:sp>
      <p:sp>
        <p:nvSpPr>
          <p:cNvPr id="120" name="Shape 118"/>
          <p:cNvSpPr/>
          <p:nvPr/>
        </p:nvSpPr>
        <p:spPr>
          <a:xfrm>
            <a:off x="8321040" y="4242816"/>
            <a:ext cx="713232" cy="192024"/>
          </a:xfrm>
          <a:prstGeom prst="roundRect">
            <a:avLst>
              <a:gd name="adj" fmla="val 19048"/>
            </a:avLst>
          </a:prstGeom>
          <a:solidFill>
            <a:srgbClr val="D83B3E"/>
          </a:solidFill>
          <a:ln w="8890">
            <a:solidFill>
              <a:srgbClr val="D83B3E"/>
            </a:solidFill>
            <a:prstDash val="solid"/>
          </a:ln>
          <a:effectLst>
            <a:outerShdw blurRad="8890" dist="3810" dir="2700000" algn="bl" rotWithShape="0">
              <a:srgbClr val="17324D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21" name="Text 119"/>
          <p:cNvSpPr/>
          <p:nvPr/>
        </p:nvSpPr>
        <p:spPr>
          <a:xfrm>
            <a:off x="8366760" y="4306824"/>
            <a:ext cx="6217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610" b="1" dirty="0">
                <a:solidFill>
                  <a:srgbClr val="FFFFFF"/>
                </a:solidFill>
              </a:rPr>
              <a:t>RED</a:t>
            </a:r>
            <a:endParaRPr lang="en-US" sz="610" dirty="0"/>
          </a:p>
        </p:txBody>
      </p:sp>
      <p:sp>
        <p:nvSpPr>
          <p:cNvPr id="122" name="Shape 120"/>
          <p:cNvSpPr/>
          <p:nvPr/>
        </p:nvSpPr>
        <p:spPr>
          <a:xfrm>
            <a:off x="438912" y="4736592"/>
            <a:ext cx="8732520" cy="1"/>
          </a:xfrm>
          <a:prstGeom prst="line">
            <a:avLst/>
          </a:prstGeom>
          <a:noFill/>
          <a:ln w="5715">
            <a:solidFill>
              <a:srgbClr val="E5EBE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3" name="Text 121"/>
          <p:cNvSpPr/>
          <p:nvPr/>
        </p:nvSpPr>
        <p:spPr>
          <a:xfrm>
            <a:off x="457200" y="4535424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7324D"/>
                </a:solidFill>
              </a:rPr>
              <a:t>Landside NA</a:t>
            </a:r>
            <a:endParaRPr lang="en-US" sz="740" dirty="0"/>
          </a:p>
        </p:txBody>
      </p:sp>
      <p:sp>
        <p:nvSpPr>
          <p:cNvPr id="124" name="Text 122"/>
          <p:cNvSpPr/>
          <p:nvPr/>
        </p:nvSpPr>
        <p:spPr>
          <a:xfrm>
            <a:off x="2331720" y="4535424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D83B3E"/>
                </a:solidFill>
              </a:rPr>
              <a:t>TG5</a:t>
            </a:r>
            <a:endParaRPr lang="en-US" sz="740" dirty="0"/>
          </a:p>
        </p:txBody>
      </p:sp>
      <p:sp>
        <p:nvSpPr>
          <p:cNvPr id="125" name="Text 123"/>
          <p:cNvSpPr/>
          <p:nvPr/>
        </p:nvSpPr>
        <p:spPr>
          <a:xfrm>
            <a:off x="3182112" y="4535424"/>
            <a:ext cx="3273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17324D"/>
                </a:solidFill>
              </a:rPr>
              <a:t>Benefits confirmation • BAU sign-off</a:t>
            </a:r>
            <a:endParaRPr lang="en-US" sz="700" dirty="0"/>
          </a:p>
        </p:txBody>
      </p:sp>
      <p:sp>
        <p:nvSpPr>
          <p:cNvPr id="126" name="Text 124"/>
          <p:cNvSpPr/>
          <p:nvPr/>
        </p:nvSpPr>
        <p:spPr>
          <a:xfrm>
            <a:off x="6675120" y="453542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17324D"/>
                </a:solidFill>
              </a:rPr>
              <a:t>3/5</a:t>
            </a:r>
            <a:endParaRPr lang="en-US" sz="740" dirty="0"/>
          </a:p>
        </p:txBody>
      </p:sp>
      <p:sp>
        <p:nvSpPr>
          <p:cNvPr id="127" name="Text 125"/>
          <p:cNvSpPr/>
          <p:nvPr/>
        </p:nvSpPr>
        <p:spPr>
          <a:xfrm>
            <a:off x="7360920" y="4535424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17324D"/>
                </a:solidFill>
              </a:rPr>
              <a:t>WPM</a:t>
            </a:r>
            <a:endParaRPr lang="en-US" sz="740" dirty="0"/>
          </a:p>
        </p:txBody>
      </p:sp>
      <p:sp>
        <p:nvSpPr>
          <p:cNvPr id="128" name="Shape 126"/>
          <p:cNvSpPr/>
          <p:nvPr/>
        </p:nvSpPr>
        <p:spPr>
          <a:xfrm>
            <a:off x="8321040" y="4517136"/>
            <a:ext cx="713232" cy="192024"/>
          </a:xfrm>
          <a:prstGeom prst="roundRect">
            <a:avLst>
              <a:gd name="adj" fmla="val 19048"/>
            </a:avLst>
          </a:prstGeom>
          <a:solidFill>
            <a:srgbClr val="D83B3E"/>
          </a:solidFill>
          <a:ln w="8890">
            <a:solidFill>
              <a:srgbClr val="D83B3E"/>
            </a:solidFill>
            <a:prstDash val="solid"/>
          </a:ln>
          <a:effectLst>
            <a:outerShdw blurRad="8890" dist="3810" dir="2700000" algn="bl" rotWithShape="0">
              <a:srgbClr val="17324D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29" name="Text 127"/>
          <p:cNvSpPr/>
          <p:nvPr/>
        </p:nvSpPr>
        <p:spPr>
          <a:xfrm>
            <a:off x="8366760" y="4581144"/>
            <a:ext cx="6217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610" b="1" dirty="0">
                <a:solidFill>
                  <a:srgbClr val="FFFFFF"/>
                </a:solidFill>
              </a:rPr>
              <a:t>RED</a:t>
            </a:r>
            <a:endParaRPr lang="en-US" sz="610" dirty="0"/>
          </a:p>
        </p:txBody>
      </p:sp>
      <p:sp>
        <p:nvSpPr>
          <p:cNvPr id="130" name="Shape 128"/>
          <p:cNvSpPr/>
          <p:nvPr/>
        </p:nvSpPr>
        <p:spPr>
          <a:xfrm>
            <a:off x="438912" y="5010912"/>
            <a:ext cx="8732520" cy="1"/>
          </a:xfrm>
          <a:prstGeom prst="line">
            <a:avLst/>
          </a:prstGeom>
          <a:noFill/>
          <a:ln w="5715">
            <a:solidFill>
              <a:srgbClr val="E5EBE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31" name="Text 129"/>
          <p:cNvSpPr/>
          <p:nvPr/>
        </p:nvSpPr>
        <p:spPr>
          <a:xfrm>
            <a:off x="457200" y="4809744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7324D"/>
                </a:solidFill>
              </a:rPr>
              <a:t>Customs APA</a:t>
            </a:r>
            <a:endParaRPr lang="en-US" sz="740" dirty="0"/>
          </a:p>
        </p:txBody>
      </p:sp>
      <p:sp>
        <p:nvSpPr>
          <p:cNvPr id="132" name="Text 130"/>
          <p:cNvSpPr/>
          <p:nvPr/>
        </p:nvSpPr>
        <p:spPr>
          <a:xfrm>
            <a:off x="2331720" y="4809744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F2A900"/>
                </a:solidFill>
              </a:rPr>
              <a:t>TG2</a:t>
            </a:r>
            <a:endParaRPr lang="en-US" sz="740" dirty="0"/>
          </a:p>
        </p:txBody>
      </p:sp>
      <p:sp>
        <p:nvSpPr>
          <p:cNvPr id="133" name="Text 131"/>
          <p:cNvSpPr/>
          <p:nvPr/>
        </p:nvSpPr>
        <p:spPr>
          <a:xfrm>
            <a:off x="3182112" y="4809744"/>
            <a:ext cx="3273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17324D"/>
                </a:solidFill>
              </a:rPr>
              <a:t>Project plan • readiness sign-offs</a:t>
            </a:r>
            <a:endParaRPr lang="en-US" sz="700" dirty="0"/>
          </a:p>
        </p:txBody>
      </p:sp>
      <p:sp>
        <p:nvSpPr>
          <p:cNvPr id="134" name="Text 132"/>
          <p:cNvSpPr/>
          <p:nvPr/>
        </p:nvSpPr>
        <p:spPr>
          <a:xfrm>
            <a:off x="6675120" y="480974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17324D"/>
                </a:solidFill>
              </a:rPr>
              <a:t>6/7</a:t>
            </a:r>
            <a:endParaRPr lang="en-US" sz="740" dirty="0"/>
          </a:p>
        </p:txBody>
      </p:sp>
      <p:sp>
        <p:nvSpPr>
          <p:cNvPr id="135" name="Text 133"/>
          <p:cNvSpPr/>
          <p:nvPr/>
        </p:nvSpPr>
        <p:spPr>
          <a:xfrm>
            <a:off x="7360920" y="4809744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17324D"/>
                </a:solidFill>
              </a:rPr>
              <a:t>PMO</a:t>
            </a:r>
            <a:endParaRPr lang="en-US" sz="740" dirty="0"/>
          </a:p>
        </p:txBody>
      </p:sp>
      <p:sp>
        <p:nvSpPr>
          <p:cNvPr id="136" name="Shape 134"/>
          <p:cNvSpPr/>
          <p:nvPr/>
        </p:nvSpPr>
        <p:spPr>
          <a:xfrm>
            <a:off x="8321040" y="4791456"/>
            <a:ext cx="713232" cy="192024"/>
          </a:xfrm>
          <a:prstGeom prst="roundRect">
            <a:avLst>
              <a:gd name="adj" fmla="val 19048"/>
            </a:avLst>
          </a:prstGeom>
          <a:solidFill>
            <a:srgbClr val="F2A900"/>
          </a:solidFill>
          <a:ln w="8890">
            <a:solidFill>
              <a:srgbClr val="F2A900"/>
            </a:solidFill>
            <a:prstDash val="solid"/>
          </a:ln>
          <a:effectLst>
            <a:outerShdw blurRad="8890" dist="3810" dir="2700000" algn="bl" rotWithShape="0">
              <a:srgbClr val="17324D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37" name="Text 135"/>
          <p:cNvSpPr/>
          <p:nvPr/>
        </p:nvSpPr>
        <p:spPr>
          <a:xfrm>
            <a:off x="8366760" y="4855464"/>
            <a:ext cx="6217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610" b="1" dirty="0">
                <a:solidFill>
                  <a:srgbClr val="FFFFFF"/>
                </a:solidFill>
              </a:rPr>
              <a:t>AMBER</a:t>
            </a:r>
            <a:endParaRPr lang="en-US" sz="610" dirty="0"/>
          </a:p>
        </p:txBody>
      </p:sp>
      <p:sp>
        <p:nvSpPr>
          <p:cNvPr id="138" name="Shape 136"/>
          <p:cNvSpPr/>
          <p:nvPr/>
        </p:nvSpPr>
        <p:spPr>
          <a:xfrm>
            <a:off x="438912" y="5285232"/>
            <a:ext cx="8732520" cy="1"/>
          </a:xfrm>
          <a:prstGeom prst="line">
            <a:avLst/>
          </a:prstGeom>
          <a:noFill/>
          <a:ln w="5715">
            <a:solidFill>
              <a:srgbClr val="E5EBE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39" name="Text 137"/>
          <p:cNvSpPr/>
          <p:nvPr/>
        </p:nvSpPr>
        <p:spPr>
          <a:xfrm>
            <a:off x="457200" y="5084064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7324D"/>
                </a:solidFill>
              </a:rPr>
              <a:t>Finance IMEA</a:t>
            </a:r>
            <a:endParaRPr lang="en-US" sz="740" dirty="0"/>
          </a:p>
        </p:txBody>
      </p:sp>
      <p:sp>
        <p:nvSpPr>
          <p:cNvPr id="140" name="Text 138"/>
          <p:cNvSpPr/>
          <p:nvPr/>
        </p:nvSpPr>
        <p:spPr>
          <a:xfrm>
            <a:off x="2331720" y="5084064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F2A900"/>
                </a:solidFill>
              </a:rPr>
              <a:t>TG3</a:t>
            </a:r>
            <a:endParaRPr lang="en-US" sz="740" dirty="0"/>
          </a:p>
        </p:txBody>
      </p:sp>
      <p:sp>
        <p:nvSpPr>
          <p:cNvPr id="141" name="Text 139"/>
          <p:cNvSpPr/>
          <p:nvPr/>
        </p:nvSpPr>
        <p:spPr>
          <a:xfrm>
            <a:off x="3182112" y="5084064"/>
            <a:ext cx="3273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17324D"/>
                </a:solidFill>
              </a:rPr>
              <a:t>KT sign-off • competency records</a:t>
            </a:r>
            <a:endParaRPr lang="en-US" sz="700" dirty="0"/>
          </a:p>
        </p:txBody>
      </p:sp>
      <p:sp>
        <p:nvSpPr>
          <p:cNvPr id="142" name="Text 140"/>
          <p:cNvSpPr/>
          <p:nvPr/>
        </p:nvSpPr>
        <p:spPr>
          <a:xfrm>
            <a:off x="6675120" y="508406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17324D"/>
                </a:solidFill>
              </a:rPr>
              <a:t>5/6</a:t>
            </a:r>
            <a:endParaRPr lang="en-US" sz="740" dirty="0"/>
          </a:p>
        </p:txBody>
      </p:sp>
      <p:sp>
        <p:nvSpPr>
          <p:cNvPr id="143" name="Text 141"/>
          <p:cNvSpPr/>
          <p:nvPr/>
        </p:nvSpPr>
        <p:spPr>
          <a:xfrm>
            <a:off x="7360920" y="5084064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17324D"/>
                </a:solidFill>
              </a:rPr>
              <a:t>GSC</a:t>
            </a:r>
            <a:endParaRPr lang="en-US" sz="740" dirty="0"/>
          </a:p>
        </p:txBody>
      </p:sp>
      <p:sp>
        <p:nvSpPr>
          <p:cNvPr id="144" name="Shape 142"/>
          <p:cNvSpPr/>
          <p:nvPr/>
        </p:nvSpPr>
        <p:spPr>
          <a:xfrm>
            <a:off x="8321040" y="5065776"/>
            <a:ext cx="713232" cy="192024"/>
          </a:xfrm>
          <a:prstGeom prst="roundRect">
            <a:avLst>
              <a:gd name="adj" fmla="val 19048"/>
            </a:avLst>
          </a:prstGeom>
          <a:solidFill>
            <a:srgbClr val="F2A900"/>
          </a:solidFill>
          <a:ln w="8890">
            <a:solidFill>
              <a:srgbClr val="F2A900"/>
            </a:solidFill>
            <a:prstDash val="solid"/>
          </a:ln>
          <a:effectLst>
            <a:outerShdw blurRad="8890" dist="3810" dir="2700000" algn="bl" rotWithShape="0">
              <a:srgbClr val="17324D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45" name="Text 143"/>
          <p:cNvSpPr/>
          <p:nvPr/>
        </p:nvSpPr>
        <p:spPr>
          <a:xfrm>
            <a:off x="8366760" y="5129784"/>
            <a:ext cx="6217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610" b="1" dirty="0">
                <a:solidFill>
                  <a:srgbClr val="FFFFFF"/>
                </a:solidFill>
              </a:rPr>
              <a:t>AMBER</a:t>
            </a:r>
            <a:endParaRPr lang="en-US" sz="610" dirty="0"/>
          </a:p>
        </p:txBody>
      </p:sp>
      <p:sp>
        <p:nvSpPr>
          <p:cNvPr id="146" name="Shape 144"/>
          <p:cNvSpPr/>
          <p:nvPr/>
        </p:nvSpPr>
        <p:spPr>
          <a:xfrm>
            <a:off x="438912" y="5559552"/>
            <a:ext cx="8732520" cy="1"/>
          </a:xfrm>
          <a:prstGeom prst="line">
            <a:avLst/>
          </a:prstGeom>
          <a:noFill/>
          <a:ln w="5715">
            <a:solidFill>
              <a:srgbClr val="E5EBE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47" name="Text 145"/>
          <p:cNvSpPr/>
          <p:nvPr/>
        </p:nvSpPr>
        <p:spPr>
          <a:xfrm>
            <a:off x="457200" y="5358384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17324D"/>
                </a:solidFill>
              </a:rPr>
              <a:t>Ocean GCA</a:t>
            </a:r>
            <a:endParaRPr lang="en-US" sz="740" dirty="0"/>
          </a:p>
        </p:txBody>
      </p:sp>
      <p:sp>
        <p:nvSpPr>
          <p:cNvPr id="148" name="Text 146"/>
          <p:cNvSpPr/>
          <p:nvPr/>
        </p:nvSpPr>
        <p:spPr>
          <a:xfrm>
            <a:off x="2331720" y="5358384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2E9D57"/>
                </a:solidFill>
              </a:rPr>
              <a:t>TG1</a:t>
            </a:r>
            <a:endParaRPr lang="en-US" sz="740" dirty="0"/>
          </a:p>
        </p:txBody>
      </p:sp>
      <p:sp>
        <p:nvSpPr>
          <p:cNvPr id="149" name="Text 147"/>
          <p:cNvSpPr/>
          <p:nvPr/>
        </p:nvSpPr>
        <p:spPr>
          <a:xfrm>
            <a:off x="3182112" y="5358384"/>
            <a:ext cx="3273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dirty="0">
                <a:solidFill>
                  <a:srgbClr val="17324D"/>
                </a:solidFill>
              </a:rPr>
              <a:t>Business case • placement decision</a:t>
            </a:r>
            <a:endParaRPr lang="en-US" sz="700" dirty="0"/>
          </a:p>
        </p:txBody>
      </p:sp>
      <p:sp>
        <p:nvSpPr>
          <p:cNvPr id="150" name="Text 148"/>
          <p:cNvSpPr/>
          <p:nvPr/>
        </p:nvSpPr>
        <p:spPr>
          <a:xfrm>
            <a:off x="6675120" y="535838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17324D"/>
                </a:solidFill>
              </a:rPr>
              <a:t>8/8</a:t>
            </a:r>
            <a:endParaRPr lang="en-US" sz="740" dirty="0"/>
          </a:p>
        </p:txBody>
      </p:sp>
      <p:sp>
        <p:nvSpPr>
          <p:cNvPr id="151" name="Text 149"/>
          <p:cNvSpPr/>
          <p:nvPr/>
        </p:nvSpPr>
        <p:spPr>
          <a:xfrm>
            <a:off x="7360920" y="5358384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17324D"/>
                </a:solidFill>
              </a:rPr>
              <a:t>WPM</a:t>
            </a:r>
            <a:endParaRPr lang="en-US" sz="740" dirty="0"/>
          </a:p>
        </p:txBody>
      </p:sp>
      <p:sp>
        <p:nvSpPr>
          <p:cNvPr id="152" name="Shape 150"/>
          <p:cNvSpPr/>
          <p:nvPr/>
        </p:nvSpPr>
        <p:spPr>
          <a:xfrm>
            <a:off x="8321040" y="5340096"/>
            <a:ext cx="713232" cy="192024"/>
          </a:xfrm>
          <a:prstGeom prst="roundRect">
            <a:avLst>
              <a:gd name="adj" fmla="val 19048"/>
            </a:avLst>
          </a:prstGeom>
          <a:solidFill>
            <a:srgbClr val="2E9D57"/>
          </a:solidFill>
          <a:ln w="8890">
            <a:solidFill>
              <a:srgbClr val="2E9D57"/>
            </a:solidFill>
            <a:prstDash val="solid"/>
          </a:ln>
          <a:effectLst>
            <a:outerShdw blurRad="8890" dist="3810" dir="2700000" algn="bl" rotWithShape="0">
              <a:srgbClr val="17324D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53" name="Text 151"/>
          <p:cNvSpPr/>
          <p:nvPr/>
        </p:nvSpPr>
        <p:spPr>
          <a:xfrm>
            <a:off x="8366760" y="5404104"/>
            <a:ext cx="6217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610" b="1" dirty="0">
                <a:solidFill>
                  <a:srgbClr val="FFFFFF"/>
                </a:solidFill>
              </a:rPr>
              <a:t>CLOSED</a:t>
            </a:r>
            <a:endParaRPr lang="en-US" sz="610" dirty="0"/>
          </a:p>
        </p:txBody>
      </p:sp>
      <p:sp>
        <p:nvSpPr>
          <p:cNvPr id="154" name="Shape 152"/>
          <p:cNvSpPr/>
          <p:nvPr/>
        </p:nvSpPr>
        <p:spPr>
          <a:xfrm>
            <a:off x="274320" y="5925312"/>
            <a:ext cx="11612880" cy="320040"/>
          </a:xfrm>
          <a:prstGeom prst="roundRect">
            <a:avLst>
              <a:gd name="adj" fmla="val 11429"/>
            </a:avLst>
          </a:prstGeom>
          <a:solidFill>
            <a:srgbClr val="00243D"/>
          </a:solidFill>
          <a:ln w="8890">
            <a:solidFill>
              <a:srgbClr val="00243D"/>
            </a:solidFill>
            <a:prstDash val="solid"/>
          </a:ln>
          <a:effectLst>
            <a:outerShdw blurRad="8890" dist="3810" dir="2700000" algn="bl" rotWithShape="0">
              <a:srgbClr val="17324D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55" name="Text 153"/>
          <p:cNvSpPr/>
          <p:nvPr/>
        </p:nvSpPr>
        <p:spPr>
          <a:xfrm>
            <a:off x="457200" y="6035040"/>
            <a:ext cx="7498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10" b="1" dirty="0">
                <a:solidFill>
                  <a:srgbClr val="B8D8E6"/>
                </a:solidFill>
              </a:rPr>
              <a:t>Closure rule</a:t>
            </a:r>
            <a:endParaRPr lang="en-US" sz="710" dirty="0"/>
          </a:p>
        </p:txBody>
      </p:sp>
      <p:sp>
        <p:nvSpPr>
          <p:cNvPr id="156" name="Text 154"/>
          <p:cNvSpPr/>
          <p:nvPr/>
        </p:nvSpPr>
        <p:spPr>
          <a:xfrm>
            <a:off x="1298448" y="6016752"/>
            <a:ext cx="8686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FFFFF"/>
                </a:solidFill>
              </a:rPr>
              <a:t>A tollgate closes only when required evidence is complete and filed  •  Missing evidence remains an open risk</a:t>
            </a:r>
            <a:endParaRPr lang="en-US" sz="850" dirty="0"/>
          </a:p>
        </p:txBody>
      </p:sp>
      <p:sp>
        <p:nvSpPr>
          <p:cNvPr id="157" name="Text 155"/>
          <p:cNvSpPr/>
          <p:nvPr/>
        </p:nvSpPr>
        <p:spPr>
          <a:xfrm>
            <a:off x="10012680" y="6016752"/>
            <a:ext cx="1600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42AFD4"/>
                </a:solidFill>
              </a:rPr>
              <a:t>Open Artefact Library  →</a:t>
            </a:r>
            <a:endParaRPr lang="en-US" sz="8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43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15463E-2889-5E88-7291-763292323D5D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FC451BC-7E30-C53D-7C2B-483685351263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2AFD4"/>
          </a:solidFill>
          <a:ln w="12700">
            <a:solidFill>
              <a:srgbClr val="42AF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D15E47C-29F1-F407-16F5-251A73A7DA15}"/>
              </a:ext>
            </a:extLst>
          </p:cNvPr>
          <p:cNvSpPr/>
          <p:nvPr/>
        </p:nvSpPr>
        <p:spPr>
          <a:xfrm>
            <a:off x="658368" y="914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42AFD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WPM Pulse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764ECFB-D211-C90B-10E5-BDD6EC14C32B}"/>
              </a:ext>
            </a:extLst>
          </p:cNvPr>
          <p:cNvSpPr/>
          <p:nvPr/>
        </p:nvSpPr>
        <p:spPr>
          <a:xfrm>
            <a:off x="658368" y="1508760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Resources Tile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B626391-6D84-2339-7C27-1E0CF63D837B}"/>
              </a:ext>
            </a:extLst>
          </p:cNvPr>
          <p:cNvSpPr/>
          <p:nvPr/>
        </p:nvSpPr>
        <p:spPr>
          <a:xfrm>
            <a:off x="685800" y="295351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5E8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Visual mock-ups to guide design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192DD2D-165C-D9BE-D281-79F7C5A2B630}"/>
              </a:ext>
            </a:extLst>
          </p:cNvPr>
          <p:cNvSpPr/>
          <p:nvPr/>
        </p:nvSpPr>
        <p:spPr>
          <a:xfrm>
            <a:off x="685800" y="59893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FCA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Design concepts only • Illustrative data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2504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182B757-F5AE-8340-4549-CBE21105262D}"/>
              </a:ext>
            </a:extLst>
          </p:cNvPr>
          <p:cNvSpPr txBox="1"/>
          <p:nvPr/>
        </p:nvSpPr>
        <p:spPr>
          <a:xfrm rot="10800000" flipV="1">
            <a:off x="468085" y="452146"/>
            <a:ext cx="6237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Landing Page	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1692D9-1EA8-745A-5217-995DBE7AD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7386" y="465766"/>
            <a:ext cx="8985398" cy="5990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855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DD60EF4-EA10-DA42-DA0F-52DFDD0F8435}"/>
              </a:ext>
            </a:extLst>
          </p:cNvPr>
          <p:cNvSpPr txBox="1"/>
          <p:nvPr/>
        </p:nvSpPr>
        <p:spPr>
          <a:xfrm rot="10800000" flipV="1">
            <a:off x="468085" y="452146"/>
            <a:ext cx="6237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Execution  View	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0AEFF6-F98F-078E-C18D-7248BC6CA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5821" y="821479"/>
            <a:ext cx="9559556" cy="5138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069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E974C91-9701-3D11-4505-BE1318B99EF3}"/>
              </a:ext>
            </a:extLst>
          </p:cNvPr>
          <p:cNvSpPr txBox="1"/>
          <p:nvPr/>
        </p:nvSpPr>
        <p:spPr>
          <a:xfrm rot="10800000" flipV="1">
            <a:off x="468085" y="452146"/>
            <a:ext cx="6237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HR &amp; TAA View	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1528ED0-D606-D034-1025-9AD50F8C5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1813" y="636812"/>
            <a:ext cx="8755910" cy="5837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583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933C6AB-DCB4-F885-CC78-E0DC8CE30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7465" y="452145"/>
            <a:ext cx="9476267" cy="5791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BACA2E-4E4F-A697-48D5-FB85FFEEEAA1}"/>
              </a:ext>
            </a:extLst>
          </p:cNvPr>
          <p:cNvSpPr txBox="1"/>
          <p:nvPr/>
        </p:nvSpPr>
        <p:spPr>
          <a:xfrm rot="10800000" flipV="1">
            <a:off x="468085" y="452146"/>
            <a:ext cx="6237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Area View	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24781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43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E11EDD-1F3F-3C1D-1EAD-122C5E9C1EF9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0723274-8BB9-C013-9CE6-3AF9E6F842A1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2AFD4"/>
          </a:solidFill>
          <a:ln w="12700">
            <a:solidFill>
              <a:srgbClr val="42AF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1EA9444-C96F-3B48-5CE3-90D500C4452D}"/>
              </a:ext>
            </a:extLst>
          </p:cNvPr>
          <p:cNvSpPr/>
          <p:nvPr/>
        </p:nvSpPr>
        <p:spPr>
          <a:xfrm>
            <a:off x="658368" y="914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42AFD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WPM Pulse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924D015-226B-1011-280A-6A2B42B69F85}"/>
              </a:ext>
            </a:extLst>
          </p:cNvPr>
          <p:cNvSpPr/>
          <p:nvPr/>
        </p:nvSpPr>
        <p:spPr>
          <a:xfrm>
            <a:off x="658368" y="1508760"/>
            <a:ext cx="79421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lvl="0">
              <a:defRPr/>
            </a:pPr>
            <a:r>
              <a:rPr lang="en-US" sz="3800" b="1" dirty="0">
                <a:solidFill>
                  <a:srgbClr val="FFFFFF"/>
                </a:solidFill>
              </a:rPr>
              <a:t>Access &amp; Enablement Requirements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B5C9896-3B5D-3601-E22E-85138F4789AB}"/>
              </a:ext>
            </a:extLst>
          </p:cNvPr>
          <p:cNvSpPr/>
          <p:nvPr/>
        </p:nvSpPr>
        <p:spPr>
          <a:xfrm>
            <a:off x="685800" y="295351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5E8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Visual mock-ups to guide design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9C38BF6-CADD-E8D2-B700-7F7A444EC54C}"/>
              </a:ext>
            </a:extLst>
          </p:cNvPr>
          <p:cNvSpPr/>
          <p:nvPr/>
        </p:nvSpPr>
        <p:spPr>
          <a:xfrm>
            <a:off x="685800" y="59893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FCA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Design concepts only • Illustrative data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39560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028291F-48AA-69D2-E7DA-E81EA7D03252}"/>
              </a:ext>
            </a:extLst>
          </p:cNvPr>
          <p:cNvSpPr txBox="1"/>
          <p:nvPr/>
        </p:nvSpPr>
        <p:spPr>
          <a:xfrm rot="10800000" flipV="1">
            <a:off x="422365" y="258611"/>
            <a:ext cx="62375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Access &amp; Enablement Requirements </a:t>
            </a:r>
          </a:p>
          <a:p>
            <a:r>
              <a:rPr lang="en-US" dirty="0"/>
              <a:t>Approved _View	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F6EF00-2D23-BADB-856F-86AB7C0DE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548" y="793423"/>
            <a:ext cx="8708951" cy="5805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760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6747D-991E-C2A0-7FF0-79E8C8B19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1379A7D-3828-95EE-CB31-394974790362}"/>
              </a:ext>
            </a:extLst>
          </p:cNvPr>
          <p:cNvSpPr txBox="1"/>
          <p:nvPr/>
        </p:nvSpPr>
        <p:spPr>
          <a:xfrm rot="10800000" flipV="1">
            <a:off x="422365" y="258611"/>
            <a:ext cx="62375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Access &amp; Enablement Requirements </a:t>
            </a:r>
          </a:p>
          <a:p>
            <a:r>
              <a:rPr lang="en-US" dirty="0"/>
              <a:t>Pending _View	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E2CE99-62E6-E5B8-502E-F95CE0D68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9037" y="904943"/>
            <a:ext cx="8829455" cy="5645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3826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43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4CC384-3C54-058F-B2EA-34E7A93C9B59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DD1F219-03EC-CA33-4F75-140C15329A57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2AFD4"/>
          </a:solidFill>
          <a:ln w="12700">
            <a:solidFill>
              <a:srgbClr val="42AF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A057B6E-FC9E-ACAD-63BD-BAAFA788AFA1}"/>
              </a:ext>
            </a:extLst>
          </p:cNvPr>
          <p:cNvSpPr/>
          <p:nvPr/>
        </p:nvSpPr>
        <p:spPr>
          <a:xfrm>
            <a:off x="658368" y="914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42AFD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WPM Pulse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E756481-B211-6132-21C7-5C83A70F4973}"/>
              </a:ext>
            </a:extLst>
          </p:cNvPr>
          <p:cNvSpPr/>
          <p:nvPr/>
        </p:nvSpPr>
        <p:spPr>
          <a:xfrm>
            <a:off x="658368" y="1508760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Scope Statement Tile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B4FC5F6-A3C1-4E49-EB5F-9159ACC20572}"/>
              </a:ext>
            </a:extLst>
          </p:cNvPr>
          <p:cNvSpPr/>
          <p:nvPr/>
        </p:nvSpPr>
        <p:spPr>
          <a:xfrm>
            <a:off x="685800" y="295351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D5E8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Visual mock-ups to guide design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634F0A5-7236-7855-389A-84FD1D042969}"/>
              </a:ext>
            </a:extLst>
          </p:cNvPr>
          <p:cNvSpPr/>
          <p:nvPr/>
        </p:nvSpPr>
        <p:spPr>
          <a:xfrm>
            <a:off x="685800" y="59893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FCA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Design concepts only • Illustrative data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08112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/>
          <p:nvPr/>
        </p:nvSpPr>
        <p:spPr>
          <a:xfrm>
            <a:off x="457200" y="2286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1800" b="0" dirty="0">
                <a:solidFill>
                  <a:srgbClr val="000000"/>
                </a:solidFill>
                <a:latin typeface="Segoe UI"/>
                <a:cs typeface="Segoe UI"/>
              </a:rPr>
              <a:t>Scope Statement</a:t>
            </a:r>
          </a:p>
        </p:txBody>
      </p:sp>
      <p:sp>
        <p:nvSpPr>
          <p:cNvPr id="4" name="Subtitle"/>
          <p:cNvSpPr/>
          <p:nvPr/>
        </p:nvSpPr>
        <p:spPr>
          <a:xfrm>
            <a:off x="3657600" y="274320"/>
            <a:ext cx="7955279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r"/>
            <a:r>
              <a:rPr lang="en-US" sz="900" b="0" dirty="0">
                <a:solidFill>
                  <a:srgbClr val="6B7280"/>
                </a:solidFill>
                <a:latin typeface="Segoe UI"/>
                <a:cs typeface="Segoe UI"/>
              </a:rPr>
              <a:t>Mock-up  |  Illustrative data  |  Orange numbers map to the developer guide on the next slide</a:t>
            </a:r>
          </a:p>
        </p:txBody>
      </p:sp>
      <p:sp>
        <p:nvSpPr>
          <p:cNvPr id="5" name="App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777240"/>
            <a:ext cx="11064240" cy="5897880"/>
          </a:xfrm>
          <a:prstGeom prst="rect">
            <a:avLst/>
          </a:prstGeom>
          <a:solidFill>
            <a:srgbClr val="F3F6FA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6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777240"/>
            <a:ext cx="110642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7" name="Search"/>
          <p:cNvSpPr/>
          <p:nvPr/>
        </p:nvSpPr>
        <p:spPr>
          <a:xfrm>
            <a:off x="763479" y="850392"/>
            <a:ext cx="3867113" cy="265176"/>
          </a:xfrm>
          <a:prstGeom prst="roundRect">
            <a:avLst>
              <a:gd name="adj" fmla="val 20000"/>
            </a:avLst>
          </a:prstGeom>
          <a:solidFill>
            <a:srgbClr val="F3F6FA"/>
          </a:solidFill>
          <a:ln w="9525">
            <a:solidFill>
              <a:srgbClr val="DDE3EC"/>
            </a:solidFill>
          </a:ln>
        </p:spPr>
        <p:txBody>
          <a:bodyPr wrap="square" lIns="91440" tIns="27432" rIns="91440" bIns="27432" rtlCol="0" anchor="ctr">
            <a:noAutofit/>
          </a:bodyPr>
          <a:lstStyle/>
          <a:p>
            <a:pPr algn="l"/>
            <a:r>
              <a:rPr lang="en-US" sz="750" b="0" dirty="0">
                <a:solidFill>
                  <a:srgbClr val="6B7280"/>
                </a:solidFill>
                <a:latin typeface="Segoe UI"/>
                <a:cs typeface="Segoe UI"/>
              </a:rPr>
              <a:t>Search project, request, FTE ID...</a:t>
            </a:r>
          </a:p>
        </p:txBody>
      </p:sp>
      <p:sp>
        <p:nvSpPr>
          <p:cNvPr id="8" name="Avatar"/>
          <p:cNvSpPr/>
          <p:nvPr/>
        </p:nvSpPr>
        <p:spPr>
          <a:xfrm>
            <a:off x="10377552" y="850392"/>
            <a:ext cx="265176" cy="265176"/>
          </a:xfrm>
          <a:prstGeom prst="ellipse">
            <a:avLst/>
          </a:prstGeom>
          <a:solidFill>
            <a:srgbClr val="0B2A4A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/>
            <a:r>
              <a:rPr lang="en-US" sz="700" b="1" dirty="0">
                <a:solidFill>
                  <a:srgbClr val="FFFFFF"/>
                </a:solidFill>
                <a:latin typeface="Segoe UI"/>
                <a:cs typeface="Segoe UI"/>
              </a:rPr>
              <a:t>HJ</a:t>
            </a:r>
          </a:p>
        </p:txBody>
      </p:sp>
      <p:sp>
        <p:nvSpPr>
          <p:cNvPr id="9" name="User name"/>
          <p:cNvSpPr/>
          <p:nvPr/>
        </p:nvSpPr>
        <p:spPr>
          <a:xfrm>
            <a:off x="10732037" y="850392"/>
            <a:ext cx="859358" cy="265176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H. Jacome</a:t>
            </a:r>
          </a:p>
        </p:txBody>
      </p:sp>
      <p:sp>
        <p:nvSpPr>
          <p:cNvPr id="10" name="Breadcrumb"/>
          <p:cNvSpPr/>
          <p:nvPr/>
        </p:nvSpPr>
        <p:spPr>
          <a:xfrm>
            <a:off x="763479" y="1225296"/>
            <a:ext cx="6445188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00" b="0" dirty="0">
                <a:solidFill>
                  <a:srgbClr val="6B7280"/>
                </a:solidFill>
                <a:latin typeface="Segoe UI"/>
                <a:cs typeface="Segoe UI"/>
              </a:rPr>
              <a:t>Projects  &gt;  Ocean EU Hub Migration  &gt;  Scope Statement</a:t>
            </a:r>
          </a:p>
        </p:txBody>
      </p:sp>
      <p:sp>
        <p:nvSpPr>
          <p:cNvPr id="11" name="Header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3479" y="1426464"/>
            <a:ext cx="1063456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12" name="Page title"/>
          <p:cNvSpPr/>
          <p:nvPr/>
        </p:nvSpPr>
        <p:spPr>
          <a:xfrm>
            <a:off x="924609" y="1463040"/>
            <a:ext cx="3437433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1300" b="1" dirty="0">
                <a:solidFill>
                  <a:srgbClr val="1F2937"/>
                </a:solidFill>
                <a:latin typeface="Segoe UI"/>
                <a:cs typeface="Segoe UI"/>
              </a:rPr>
              <a:t>Scope Statement</a:t>
            </a:r>
          </a:p>
        </p:txBody>
      </p:sp>
      <p:sp>
        <p:nvSpPr>
          <p:cNvPr id="13" name="Page subtitle"/>
          <p:cNvSpPr/>
          <p:nvPr/>
        </p:nvSpPr>
        <p:spPr>
          <a:xfrm>
            <a:off x="924609" y="1737360"/>
            <a:ext cx="5585829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50" b="0" dirty="0">
                <a:solidFill>
                  <a:srgbClr val="6B7280"/>
                </a:solidFill>
                <a:latin typeface="Segoe UI"/>
                <a:cs typeface="Segoe UI"/>
              </a:rPr>
              <a:t>Ocean EU Hub Migration  |  PRJ-2026-014  |  Phase: Plan</a:t>
            </a:r>
          </a:p>
        </p:txBody>
      </p:sp>
      <p:sp>
        <p:nvSpPr>
          <p:cNvPr id="14" name="Status chip"/>
          <p:cNvSpPr/>
          <p:nvPr/>
        </p:nvSpPr>
        <p:spPr>
          <a:xfrm>
            <a:off x="3073005" y="1517904"/>
            <a:ext cx="644518" cy="201168"/>
          </a:xfrm>
          <a:prstGeom prst="roundRect">
            <a:avLst>
              <a:gd name="adj" fmla="val 50000"/>
            </a:avLst>
          </a:prstGeom>
          <a:solidFill>
            <a:srgbClr val="FFF4E0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/>
            <a:r>
              <a:rPr lang="en-US" sz="700" b="1" dirty="0">
                <a:solidFill>
                  <a:srgbClr val="B26A00"/>
                </a:solidFill>
                <a:latin typeface="Segoe UI"/>
                <a:cs typeface="Segoe UI"/>
              </a:rPr>
              <a:t>DRAFT</a:t>
            </a:r>
          </a:p>
        </p:txBody>
      </p:sp>
      <p:sp>
        <p:nvSpPr>
          <p:cNvPr id="15" name="Export button"/>
          <p:cNvSpPr/>
          <p:nvPr/>
        </p:nvSpPr>
        <p:spPr>
          <a:xfrm>
            <a:off x="7584637" y="1572768"/>
            <a:ext cx="913068" cy="2743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/>
            <a:r>
              <a:rPr lang="en-US" sz="800" b="1" dirty="0">
                <a:solidFill>
                  <a:srgbClr val="1F2937"/>
                </a:solidFill>
                <a:latin typeface="Segoe UI"/>
                <a:cs typeface="Segoe UI"/>
              </a:rPr>
              <a:t>Export</a:t>
            </a:r>
          </a:p>
        </p:txBody>
      </p:sp>
      <p:sp>
        <p:nvSpPr>
          <p:cNvPr id="16" name="Save draft button"/>
          <p:cNvSpPr/>
          <p:nvPr/>
        </p:nvSpPr>
        <p:spPr>
          <a:xfrm>
            <a:off x="8605125" y="1572768"/>
            <a:ext cx="1074198" cy="2743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1565D8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/>
            <a:r>
              <a:rPr lang="en-US" sz="800" b="1" dirty="0">
                <a:solidFill>
                  <a:srgbClr val="1565D8"/>
                </a:solidFill>
                <a:latin typeface="Segoe UI"/>
                <a:cs typeface="Segoe UI"/>
              </a:rPr>
              <a:t>Save draft</a:t>
            </a:r>
          </a:p>
        </p:txBody>
      </p:sp>
      <p:sp>
        <p:nvSpPr>
          <p:cNvPr id="17" name="Submit button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786743" y="1572768"/>
            <a:ext cx="1503877" cy="274320"/>
          </a:xfrm>
          <a:prstGeom prst="roundRect">
            <a:avLst>
              <a:gd name="adj" fmla="val 15000"/>
            </a:avLst>
          </a:prstGeom>
          <a:solidFill>
            <a:srgbClr val="1565D8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Segoe UI"/>
                <a:cs typeface="Segoe UI"/>
              </a:rPr>
              <a:t>Submit for sign-off</a:t>
            </a:r>
          </a:p>
        </p:txBody>
      </p:sp>
      <p:sp>
        <p:nvSpPr>
          <p:cNvPr id="18" name="KPI card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3479" y="2075688"/>
            <a:ext cx="2040976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19" name="KPI accent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3479" y="2075688"/>
            <a:ext cx="53709" cy="603504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20" name="KPI label 1"/>
          <p:cNvSpPr/>
          <p:nvPr/>
        </p:nvSpPr>
        <p:spPr>
          <a:xfrm>
            <a:off x="892383" y="2103120"/>
            <a:ext cx="161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AMBITION</a:t>
            </a:r>
          </a:p>
        </p:txBody>
      </p:sp>
      <p:sp>
        <p:nvSpPr>
          <p:cNvPr id="21" name="KPI value 1"/>
          <p:cNvSpPr/>
          <p:nvPr/>
        </p:nvSpPr>
        <p:spPr>
          <a:xfrm>
            <a:off x="892383" y="2249424"/>
            <a:ext cx="859358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1500" b="1" dirty="0">
                <a:solidFill>
                  <a:srgbClr val="0B2A4A"/>
                </a:solidFill>
                <a:latin typeface="Segoe UI"/>
                <a:cs typeface="Segoe UI"/>
              </a:rPr>
              <a:t>120</a:t>
            </a:r>
          </a:p>
        </p:txBody>
      </p:sp>
      <p:sp>
        <p:nvSpPr>
          <p:cNvPr id="22" name="KPI unit 1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343546" y="2313432"/>
            <a:ext cx="429679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00" b="0" dirty="0">
                <a:solidFill>
                  <a:srgbClr val="6B7280"/>
                </a:solidFill>
                <a:latin typeface="Segoe UI"/>
                <a:cs typeface="Segoe UI"/>
              </a:rPr>
              <a:t>FTE</a:t>
            </a:r>
          </a:p>
        </p:txBody>
      </p:sp>
      <p:sp>
        <p:nvSpPr>
          <p:cNvPr id="23" name="KPI note 1"/>
          <p:cNvSpPr/>
          <p:nvPr/>
        </p:nvSpPr>
        <p:spPr>
          <a:xfrm>
            <a:off x="892383" y="2496312"/>
            <a:ext cx="1879846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650" b="0" dirty="0">
                <a:solidFill>
                  <a:srgbClr val="6B7280"/>
                </a:solidFill>
                <a:latin typeface="Segoe UI"/>
                <a:cs typeface="Segoe UI"/>
              </a:rPr>
              <a:t>From original intake form</a:t>
            </a:r>
          </a:p>
        </p:txBody>
      </p:sp>
      <p:sp>
        <p:nvSpPr>
          <p:cNvPr id="24" name="KPI card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11875" y="2075688"/>
            <a:ext cx="2040976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25" name="KPI accen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11875" y="2075688"/>
            <a:ext cx="53709" cy="603504"/>
          </a:xfrm>
          <a:prstGeom prst="rect">
            <a:avLst/>
          </a:prstGeom>
          <a:solidFill>
            <a:srgbClr val="1565D8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26" name="KPI label 2"/>
          <p:cNvSpPr/>
          <p:nvPr/>
        </p:nvSpPr>
        <p:spPr>
          <a:xfrm>
            <a:off x="3040779" y="2103120"/>
            <a:ext cx="161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AGREED IN OPP. ASSESSMENT</a:t>
            </a:r>
          </a:p>
        </p:txBody>
      </p:sp>
      <p:sp>
        <p:nvSpPr>
          <p:cNvPr id="27" name="KPI value 2"/>
          <p:cNvSpPr/>
          <p:nvPr/>
        </p:nvSpPr>
        <p:spPr>
          <a:xfrm>
            <a:off x="3040779" y="2249424"/>
            <a:ext cx="859358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1500" b="1" dirty="0">
                <a:solidFill>
                  <a:srgbClr val="1565D8"/>
                </a:solidFill>
                <a:latin typeface="Segoe UI"/>
                <a:cs typeface="Segoe UI"/>
              </a:rPr>
              <a:t>102</a:t>
            </a:r>
          </a:p>
        </p:txBody>
      </p:sp>
      <p:sp>
        <p:nvSpPr>
          <p:cNvPr id="28" name="KPI unit 2"/>
          <p:cNvSpPr/>
          <p:nvPr/>
        </p:nvSpPr>
        <p:spPr>
          <a:xfrm>
            <a:off x="3491942" y="2313432"/>
            <a:ext cx="429679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00" b="0" dirty="0">
                <a:solidFill>
                  <a:srgbClr val="6B7280"/>
                </a:solidFill>
                <a:latin typeface="Segoe UI"/>
                <a:cs typeface="Segoe UI"/>
              </a:rPr>
              <a:t>FTE</a:t>
            </a:r>
          </a:p>
        </p:txBody>
      </p:sp>
      <p:sp>
        <p:nvSpPr>
          <p:cNvPr id="29" name="KPI note 2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040779" y="2496312"/>
            <a:ext cx="1879846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650" b="0" dirty="0">
                <a:solidFill>
                  <a:srgbClr val="6B7280"/>
                </a:solidFill>
                <a:latin typeface="Segoe UI"/>
                <a:cs typeface="Segoe UI"/>
              </a:rPr>
              <a:t>Agreed for migration</a:t>
            </a:r>
          </a:p>
        </p:txBody>
      </p:sp>
      <p:sp>
        <p:nvSpPr>
          <p:cNvPr id="30" name="KPI card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60271" y="2075688"/>
            <a:ext cx="2040976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31" name="KPI accen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60271" y="2075688"/>
            <a:ext cx="53709" cy="603504"/>
          </a:xfrm>
          <a:prstGeom prst="rect">
            <a:avLst/>
          </a:prstGeom>
          <a:solidFill>
            <a:srgbClr val="1E8E3E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32" name="KPI label 3"/>
          <p:cNvSpPr/>
          <p:nvPr/>
        </p:nvSpPr>
        <p:spPr>
          <a:xfrm>
            <a:off x="5189175" y="2103120"/>
            <a:ext cx="161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FINAL </a:t>
            </a: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PROJECT FTE (LOCKED)</a:t>
            </a:r>
            <a:endParaRPr lang="en-US" sz="650" b="1" dirty="0">
              <a:solidFill>
                <a:srgbClr val="6B7280"/>
              </a:solidFill>
              <a:latin typeface="Segoe UI"/>
              <a:cs typeface="Segoe UI"/>
            </a:endParaRPr>
          </a:p>
        </p:txBody>
      </p:sp>
      <p:sp>
        <p:nvSpPr>
          <p:cNvPr id="33" name="KPI value 3"/>
          <p:cNvSpPr/>
          <p:nvPr/>
        </p:nvSpPr>
        <p:spPr>
          <a:xfrm>
            <a:off x="5189175" y="2249424"/>
            <a:ext cx="859358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1500" b="1" dirty="0">
                <a:solidFill>
                  <a:srgbClr val="1E8E3E"/>
                </a:solidFill>
                <a:latin typeface="Segoe UI"/>
                <a:cs typeface="Segoe UI"/>
              </a:rPr>
              <a:t>98</a:t>
            </a:r>
          </a:p>
        </p:txBody>
      </p:sp>
      <p:sp>
        <p:nvSpPr>
          <p:cNvPr id="34" name="KPI unit 3"/>
          <p:cNvSpPr/>
          <p:nvPr/>
        </p:nvSpPr>
        <p:spPr>
          <a:xfrm>
            <a:off x="5532918" y="2313432"/>
            <a:ext cx="429679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00" b="0" dirty="0">
                <a:solidFill>
                  <a:srgbClr val="6B7280"/>
                </a:solidFill>
                <a:latin typeface="Segoe UI"/>
                <a:cs typeface="Segoe UI"/>
              </a:rPr>
              <a:t>FTE</a:t>
            </a:r>
          </a:p>
        </p:txBody>
      </p:sp>
      <p:sp>
        <p:nvSpPr>
          <p:cNvPr id="35" name="KPI note 3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189175" y="2496312"/>
            <a:ext cx="1879846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650" b="0">
                <a:solidFill>
                  <a:srgbClr val="6B7280"/>
                </a:solidFill>
                <a:latin typeface="Segoe UI"/>
                <a:cs typeface="Segoe UI"/>
              </a:rPr>
              <a:t>Official once all</a:t>
            </a:r>
            <a:r>
              <a:rPr lang="en-US" sz="650" b="0" dirty="0">
                <a:solidFill>
                  <a:srgbClr val="6B7280"/>
                </a:solidFill>
                <a:latin typeface="Segoe UI"/>
                <a:cs typeface="Segoe UI"/>
              </a:rPr>
              <a:t> levels locked</a:t>
            </a:r>
          </a:p>
        </p:txBody>
      </p:sp>
      <p:sp>
        <p:nvSpPr>
          <p:cNvPr id="36" name="KPI card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08667" y="2075688"/>
            <a:ext cx="2040976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37" name="KPI accen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08667" y="2075688"/>
            <a:ext cx="53709" cy="60350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38" name="KPI label 4"/>
          <p:cNvSpPr/>
          <p:nvPr/>
        </p:nvSpPr>
        <p:spPr>
          <a:xfrm>
            <a:off x="7337571" y="2103120"/>
            <a:ext cx="161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EXCEPTIONS (NOT AGREED)</a:t>
            </a:r>
          </a:p>
        </p:txBody>
      </p:sp>
      <p:sp>
        <p:nvSpPr>
          <p:cNvPr id="39" name="KPI value 4"/>
          <p:cNvSpPr/>
          <p:nvPr/>
        </p:nvSpPr>
        <p:spPr>
          <a:xfrm>
            <a:off x="7337571" y="2249424"/>
            <a:ext cx="859358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1500" b="1" dirty="0">
                <a:solidFill>
                  <a:srgbClr val="C62828"/>
                </a:solidFill>
                <a:latin typeface="Segoe UI"/>
                <a:cs typeface="Segoe UI"/>
              </a:rPr>
              <a:t>18</a:t>
            </a:r>
          </a:p>
        </p:txBody>
      </p:sp>
      <p:sp>
        <p:nvSpPr>
          <p:cNvPr id="40" name="KPI unit 4"/>
          <p:cNvSpPr/>
          <p:nvPr/>
        </p:nvSpPr>
        <p:spPr>
          <a:xfrm>
            <a:off x="7681315" y="2313432"/>
            <a:ext cx="429679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00" b="0" dirty="0">
                <a:solidFill>
                  <a:srgbClr val="6B7280"/>
                </a:solidFill>
                <a:latin typeface="Segoe UI"/>
                <a:cs typeface="Segoe UI"/>
              </a:rPr>
              <a:t>FTE</a:t>
            </a:r>
          </a:p>
        </p:txBody>
      </p:sp>
      <p:sp>
        <p:nvSpPr>
          <p:cNvPr id="41" name="KPI note 4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337571" y="2496312"/>
            <a:ext cx="1879846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650" b="0" dirty="0">
                <a:solidFill>
                  <a:srgbClr val="6B7280"/>
                </a:solidFill>
                <a:latin typeface="Segoe UI"/>
                <a:cs typeface="Segoe UI"/>
              </a:rPr>
              <a:t>Detail in Opp. Assessment</a:t>
            </a:r>
          </a:p>
        </p:txBody>
      </p:sp>
      <p:sp>
        <p:nvSpPr>
          <p:cNvPr id="42" name="KPI card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57064" y="2075688"/>
            <a:ext cx="2040976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43" name="KPI accen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57064" y="2075688"/>
            <a:ext cx="53709" cy="603504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44" name="KPI label 5"/>
          <p:cNvSpPr/>
          <p:nvPr/>
        </p:nvSpPr>
        <p:spPr>
          <a:xfrm>
            <a:off x="9485967" y="2103120"/>
            <a:ext cx="161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FINAL VS AMBITION</a:t>
            </a:r>
          </a:p>
        </p:txBody>
      </p:sp>
      <p:sp>
        <p:nvSpPr>
          <p:cNvPr id="45" name="KPI value 5"/>
          <p:cNvSpPr/>
          <p:nvPr/>
        </p:nvSpPr>
        <p:spPr>
          <a:xfrm>
            <a:off x="9485967" y="2249424"/>
            <a:ext cx="859358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1500" b="1" dirty="0">
                <a:solidFill>
                  <a:srgbClr val="0B2A4A"/>
                </a:solidFill>
                <a:latin typeface="Segoe UI"/>
                <a:cs typeface="Segoe UI"/>
              </a:rPr>
              <a:t>82%</a:t>
            </a:r>
          </a:p>
        </p:txBody>
      </p:sp>
      <p:sp>
        <p:nvSpPr>
          <p:cNvPr id="46" name="KPI note 5"/>
          <p:cNvSpPr/>
          <p:nvPr/>
        </p:nvSpPr>
        <p:spPr>
          <a:xfrm>
            <a:off x="9485967" y="2496312"/>
            <a:ext cx="1879846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650" b="0" dirty="0">
                <a:solidFill>
                  <a:srgbClr val="6B7280"/>
                </a:solidFill>
                <a:latin typeface="Segoe UI"/>
                <a:cs typeface="Segoe UI"/>
              </a:rPr>
              <a:t>98 of 120 FTE</a:t>
            </a:r>
          </a:p>
        </p:txBody>
      </p:sp>
      <p:sp>
        <p:nvSpPr>
          <p:cNvPr id="47" name="Callout 1" descr="Callout 1 - see developer guide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514422" y="2112264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48" name="Headcoun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3479" y="2761488"/>
            <a:ext cx="10634560" cy="20299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49" name="Headcount title"/>
          <p:cNvSpPr/>
          <p:nvPr/>
        </p:nvSpPr>
        <p:spPr>
          <a:xfrm>
            <a:off x="924609" y="2798064"/>
            <a:ext cx="4833891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1000" b="1" dirty="0">
                <a:solidFill>
                  <a:srgbClr val="1F2937"/>
                </a:solidFill>
                <a:latin typeface="Segoe UI"/>
                <a:cs typeface="Segoe UI"/>
              </a:rPr>
              <a:t>Headcount Agreement by Job Level</a:t>
            </a:r>
          </a:p>
        </p:txBody>
      </p:sp>
      <p:sp>
        <p:nvSpPr>
          <p:cNvPr id="50" name="Headcount hint"/>
          <p:cNvSpPr/>
          <p:nvPr/>
        </p:nvSpPr>
        <p:spPr>
          <a:xfrm>
            <a:off x="5060271" y="2798064"/>
            <a:ext cx="6230348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r"/>
            <a:r>
              <a:rPr lang="en-US" sz="700" b="0">
                <a:solidFill>
                  <a:srgbClr val="6B7280"/>
                </a:solidFill>
                <a:latin typeface="Segoe UI"/>
                <a:cs typeface="Segoe UI"/>
              </a:rPr>
              <a:t>Locked final </a:t>
            </a:r>
            <a:r>
              <a:rPr lang="en-US" sz="700" b="0" dirty="0">
                <a:solidFill>
                  <a:srgbClr val="6B7280"/>
                </a:solidFill>
                <a:latin typeface="Segoe UI"/>
                <a:cs typeface="Segoe UI"/>
              </a:rPr>
              <a:t>agreement </a:t>
            </a:r>
            <a:r>
              <a:rPr lang="en-US" sz="700" b="0">
                <a:solidFill>
                  <a:srgbClr val="6B7280"/>
                </a:solidFill>
                <a:latin typeface="Segoe UI"/>
                <a:cs typeface="Segoe UI"/>
              </a:rPr>
              <a:t>= the project's official final FTE</a:t>
            </a:r>
            <a:endParaRPr lang="en-US" sz="700" b="0" dirty="0">
              <a:solidFill>
                <a:srgbClr val="6B7280"/>
              </a:solidFill>
              <a:latin typeface="Segoe UI"/>
              <a:cs typeface="Segoe UI"/>
            </a:endParaRPr>
          </a:p>
        </p:txBody>
      </p:sp>
      <p:sp>
        <p:nvSpPr>
          <p:cNvPr id="51" name="Table 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4609" y="3072384"/>
            <a:ext cx="10312301" cy="292608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52" name="Col Job level"/>
          <p:cNvSpPr/>
          <p:nvPr/>
        </p:nvSpPr>
        <p:spPr>
          <a:xfrm>
            <a:off x="978319" y="3072384"/>
            <a:ext cx="988262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00" b="1" dirty="0">
                <a:solidFill>
                  <a:srgbClr val="6B7280"/>
                </a:solidFill>
                <a:latin typeface="Segoe UI"/>
                <a:cs typeface="Segoe UI"/>
              </a:rPr>
              <a:t>Job level</a:t>
            </a:r>
          </a:p>
        </p:txBody>
      </p:sp>
      <p:sp>
        <p:nvSpPr>
          <p:cNvPr id="53" name="Col Agreed for migration (Opp. Assessment)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052517" y="3072384"/>
            <a:ext cx="179391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00" b="1" dirty="0">
                <a:solidFill>
                  <a:srgbClr val="6B7280"/>
                </a:solidFill>
                <a:latin typeface="Segoe UI"/>
                <a:cs typeface="Segoe UI"/>
              </a:rPr>
              <a:t>Agreed for migration (Opp. Assessment)</a:t>
            </a:r>
          </a:p>
        </p:txBody>
      </p:sp>
      <p:sp>
        <p:nvSpPr>
          <p:cNvPr id="54" name="Col Final agreement (manual)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932363" y="3072384"/>
            <a:ext cx="1471651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00" b="1" dirty="0">
                <a:solidFill>
                  <a:srgbClr val="6B7280"/>
                </a:solidFill>
                <a:latin typeface="Segoe UI"/>
                <a:cs typeface="Segoe UI"/>
              </a:rPr>
              <a:t>Final agreement (manual)</a:t>
            </a:r>
          </a:p>
        </p:txBody>
      </p:sp>
      <p:sp>
        <p:nvSpPr>
          <p:cNvPr id="55" name="Col Variance vs OA"/>
          <p:cNvSpPr/>
          <p:nvPr/>
        </p:nvSpPr>
        <p:spPr>
          <a:xfrm>
            <a:off x="5489951" y="3072384"/>
            <a:ext cx="988262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00" b="1" dirty="0">
                <a:solidFill>
                  <a:srgbClr val="6B7280"/>
                </a:solidFill>
                <a:latin typeface="Segoe UI"/>
                <a:cs typeface="Segoe UI"/>
              </a:rPr>
              <a:t>Variance vs OA</a:t>
            </a:r>
          </a:p>
        </p:txBody>
      </p:sp>
      <p:sp>
        <p:nvSpPr>
          <p:cNvPr id="56" name="Col Evidence attachment"/>
          <p:cNvSpPr/>
          <p:nvPr/>
        </p:nvSpPr>
        <p:spPr>
          <a:xfrm>
            <a:off x="6564149" y="3072384"/>
            <a:ext cx="2384719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00" b="1" dirty="0">
                <a:solidFill>
                  <a:srgbClr val="6B7280"/>
                </a:solidFill>
                <a:latin typeface="Segoe UI"/>
                <a:cs typeface="Segoe UI"/>
              </a:rPr>
              <a:t>Evidence attachment</a:t>
            </a:r>
          </a:p>
        </p:txBody>
      </p:sp>
      <p:sp>
        <p:nvSpPr>
          <p:cNvPr id="57" name="Col Status"/>
          <p:cNvSpPr/>
          <p:nvPr/>
        </p:nvSpPr>
        <p:spPr>
          <a:xfrm>
            <a:off x="9034804" y="3072384"/>
            <a:ext cx="934552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00" b="1" dirty="0">
                <a:solidFill>
                  <a:srgbClr val="6B7280"/>
                </a:solidFill>
                <a:latin typeface="Segoe UI"/>
                <a:cs typeface="Segoe UI"/>
              </a:rPr>
              <a:t>Status</a:t>
            </a:r>
          </a:p>
        </p:txBody>
      </p:sp>
      <p:sp>
        <p:nvSpPr>
          <p:cNvPr id="58" name="Col Action"/>
          <p:cNvSpPr/>
          <p:nvPr/>
        </p:nvSpPr>
        <p:spPr>
          <a:xfrm>
            <a:off x="10055292" y="3072384"/>
            <a:ext cx="1149391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00" b="1" dirty="0">
                <a:solidFill>
                  <a:srgbClr val="6B7280"/>
                </a:solidFill>
                <a:latin typeface="Segoe UI"/>
                <a:cs typeface="Segoe UI"/>
              </a:rPr>
              <a:t>Action</a:t>
            </a:r>
          </a:p>
        </p:txBody>
      </p:sp>
      <p:sp>
        <p:nvSpPr>
          <p:cNvPr id="59" name="Callout 2" descr="Callout 2 - see developer guide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663814" y="2862072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60" name="Callout 3" descr="Callout 3 - see developer guide"/>
          <p:cNvSpPr/>
          <p:nvPr/>
        </p:nvSpPr>
        <p:spPr>
          <a:xfrm>
            <a:off x="5221401" y="2862072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61" name="Callout 4" descr="Callout 4 - see developer guide"/>
          <p:cNvSpPr/>
          <p:nvPr/>
        </p:nvSpPr>
        <p:spPr>
          <a:xfrm>
            <a:off x="7853186" y="3118103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62" name="Row 1 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4609" y="3364991"/>
            <a:ext cx="10312301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63" name="Row 1 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4609" y="3685032"/>
            <a:ext cx="10312301" cy="9144"/>
          </a:xfrm>
          <a:prstGeom prst="rect">
            <a:avLst/>
          </a:prstGeom>
          <a:solidFill>
            <a:srgbClr val="E5E9F0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64" name="R1 level"/>
          <p:cNvSpPr/>
          <p:nvPr/>
        </p:nvSpPr>
        <p:spPr>
          <a:xfrm>
            <a:off x="978319" y="3364991"/>
            <a:ext cx="1020488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800" b="1" dirty="0">
                <a:solidFill>
                  <a:srgbClr val="1F2937"/>
                </a:solidFill>
                <a:latin typeface="Segoe UI"/>
                <a:cs typeface="Segoe UI"/>
              </a:rPr>
              <a:t>Job Level 2</a:t>
            </a:r>
          </a:p>
        </p:txBody>
      </p:sp>
      <p:sp>
        <p:nvSpPr>
          <p:cNvPr id="65" name="R1 OA"/>
          <p:cNvSpPr/>
          <p:nvPr/>
        </p:nvSpPr>
        <p:spPr>
          <a:xfrm>
            <a:off x="2052517" y="3364991"/>
            <a:ext cx="1074198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850" b="0" dirty="0">
                <a:solidFill>
                  <a:srgbClr val="1F2937"/>
                </a:solidFill>
                <a:latin typeface="Segoe UI"/>
                <a:cs typeface="Segoe UI"/>
              </a:rPr>
              <a:t>60</a:t>
            </a:r>
          </a:p>
        </p:txBody>
      </p:sp>
      <p:sp>
        <p:nvSpPr>
          <p:cNvPr id="66" name="R1 final input"/>
          <p:cNvSpPr/>
          <p:nvPr/>
        </p:nvSpPr>
        <p:spPr>
          <a:xfrm>
            <a:off x="3932363" y="3419856"/>
            <a:ext cx="1020488" cy="219456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9525">
            <a:solidFill>
              <a:srgbClr val="DDE3EC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/>
            <a:r>
              <a:rPr lang="en-US" sz="850" b="0" dirty="0">
                <a:solidFill>
                  <a:srgbClr val="6B7280"/>
                </a:solidFill>
                <a:latin typeface="Segoe UI"/>
                <a:cs typeface="Segoe UI"/>
              </a:rPr>
              <a:t>58</a:t>
            </a:r>
          </a:p>
        </p:txBody>
      </p:sp>
      <p:sp>
        <p:nvSpPr>
          <p:cNvPr id="67" name="R1 variance"/>
          <p:cNvSpPr/>
          <p:nvPr/>
        </p:nvSpPr>
        <p:spPr>
          <a:xfrm>
            <a:off x="5489951" y="3364991"/>
            <a:ext cx="966778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850" b="1" dirty="0">
                <a:solidFill>
                  <a:srgbClr val="C62828"/>
                </a:solidFill>
                <a:latin typeface="Segoe UI"/>
                <a:cs typeface="Segoe UI"/>
              </a:rPr>
              <a:t>-2</a:t>
            </a:r>
          </a:p>
        </p:txBody>
      </p:sp>
      <p:sp>
        <p:nvSpPr>
          <p:cNvPr id="68" name="R1 evidence"/>
          <p:cNvSpPr/>
          <p:nvPr/>
        </p:nvSpPr>
        <p:spPr>
          <a:xfrm>
            <a:off x="6564149" y="3364991"/>
            <a:ext cx="2363235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50" b="0" dirty="0">
                <a:solidFill>
                  <a:srgbClr val="1565D8"/>
                </a:solidFill>
                <a:latin typeface="Segoe UI"/>
                <a:cs typeface="Segoe UI"/>
              </a:rPr>
              <a:t>MoM_Ocean_12Sep.pdf</a:t>
            </a:r>
          </a:p>
        </p:txBody>
      </p:sp>
      <p:sp>
        <p:nvSpPr>
          <p:cNvPr id="69" name="R1 status"/>
          <p:cNvSpPr/>
          <p:nvPr/>
        </p:nvSpPr>
        <p:spPr>
          <a:xfrm>
            <a:off x="9034804" y="3447287"/>
            <a:ext cx="751938" cy="173736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/>
            <a:r>
              <a:rPr lang="en-US" sz="700" b="1" dirty="0">
                <a:solidFill>
                  <a:srgbClr val="1E8E3E"/>
                </a:solidFill>
                <a:latin typeface="Segoe UI"/>
                <a:cs typeface="Segoe UI"/>
              </a:rPr>
              <a:t>LOCKED</a:t>
            </a:r>
          </a:p>
        </p:txBody>
      </p:sp>
      <p:sp>
        <p:nvSpPr>
          <p:cNvPr id="70" name="R1 unlock btn"/>
          <p:cNvSpPr/>
          <p:nvPr/>
        </p:nvSpPr>
        <p:spPr>
          <a:xfrm>
            <a:off x="10055292" y="3419856"/>
            <a:ext cx="1074198" cy="21945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/>
            <a:r>
              <a:rPr lang="en-US" sz="750" b="1" dirty="0">
                <a:solidFill>
                  <a:srgbClr val="6B7280"/>
                </a:solidFill>
                <a:latin typeface="Segoe UI"/>
                <a:cs typeface="Segoe UI"/>
              </a:rPr>
              <a:t>Unlock</a:t>
            </a:r>
          </a:p>
        </p:txBody>
      </p:sp>
      <p:sp>
        <p:nvSpPr>
          <p:cNvPr id="71" name="Row 2 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4609" y="3694176"/>
            <a:ext cx="10312301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72" name="Row 2 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4609" y="4014216"/>
            <a:ext cx="10312301" cy="9144"/>
          </a:xfrm>
          <a:prstGeom prst="rect">
            <a:avLst/>
          </a:prstGeom>
          <a:solidFill>
            <a:srgbClr val="E5E9F0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73" name="R2 level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78319" y="3694176"/>
            <a:ext cx="1020488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800" b="1" dirty="0">
                <a:solidFill>
                  <a:srgbClr val="1F2937"/>
                </a:solidFill>
                <a:latin typeface="Segoe UI"/>
                <a:cs typeface="Segoe UI"/>
              </a:rPr>
              <a:t>Job Level 3</a:t>
            </a:r>
          </a:p>
        </p:txBody>
      </p:sp>
      <p:sp>
        <p:nvSpPr>
          <p:cNvPr id="74" name="R2 OA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052517" y="3694176"/>
            <a:ext cx="1074198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850" b="0" dirty="0">
                <a:solidFill>
                  <a:srgbClr val="1F2937"/>
                </a:solidFill>
                <a:latin typeface="Segoe UI"/>
                <a:cs typeface="Segoe UI"/>
              </a:rPr>
              <a:t>30</a:t>
            </a:r>
          </a:p>
        </p:txBody>
      </p:sp>
      <p:sp>
        <p:nvSpPr>
          <p:cNvPr id="75" name="R2 final input"/>
          <p:cNvSpPr/>
          <p:nvPr/>
        </p:nvSpPr>
        <p:spPr>
          <a:xfrm>
            <a:off x="3932363" y="3749039"/>
            <a:ext cx="1020488" cy="219456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9525">
            <a:solidFill>
              <a:srgbClr val="DDE3EC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/>
            <a:r>
              <a:rPr lang="en-US" sz="850" b="0" dirty="0">
                <a:solidFill>
                  <a:srgbClr val="6B7280"/>
                </a:solidFill>
                <a:latin typeface="Segoe UI"/>
                <a:cs typeface="Segoe UI"/>
              </a:rPr>
              <a:t>30</a:t>
            </a:r>
          </a:p>
        </p:txBody>
      </p:sp>
      <p:sp>
        <p:nvSpPr>
          <p:cNvPr id="76" name="R2 variance"/>
          <p:cNvSpPr/>
          <p:nvPr/>
        </p:nvSpPr>
        <p:spPr>
          <a:xfrm>
            <a:off x="5489951" y="3694176"/>
            <a:ext cx="966778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850" b="1" dirty="0">
                <a:solidFill>
                  <a:srgbClr val="6B7280"/>
                </a:solidFill>
                <a:latin typeface="Segoe UI"/>
                <a:cs typeface="Segoe UI"/>
              </a:rPr>
              <a:t>0</a:t>
            </a:r>
          </a:p>
        </p:txBody>
      </p:sp>
      <p:sp>
        <p:nvSpPr>
          <p:cNvPr id="77" name="R2 evidence"/>
          <p:cNvSpPr/>
          <p:nvPr/>
        </p:nvSpPr>
        <p:spPr>
          <a:xfrm>
            <a:off x="6564149" y="3694176"/>
            <a:ext cx="2363235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50" b="0" dirty="0">
                <a:solidFill>
                  <a:srgbClr val="1565D8"/>
                </a:solidFill>
                <a:latin typeface="Segoe UI"/>
                <a:cs typeface="Segoe UI"/>
              </a:rPr>
              <a:t>Area_signoff_email.msg</a:t>
            </a:r>
          </a:p>
        </p:txBody>
      </p:sp>
      <p:sp>
        <p:nvSpPr>
          <p:cNvPr id="78" name="R2 status"/>
          <p:cNvSpPr/>
          <p:nvPr/>
        </p:nvSpPr>
        <p:spPr>
          <a:xfrm>
            <a:off x="9034804" y="3776472"/>
            <a:ext cx="751938" cy="173736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/>
            <a:r>
              <a:rPr lang="en-US" sz="700" b="1" dirty="0">
                <a:solidFill>
                  <a:srgbClr val="1E8E3E"/>
                </a:solidFill>
                <a:latin typeface="Segoe UI"/>
                <a:cs typeface="Segoe UI"/>
              </a:rPr>
              <a:t>LOCKED</a:t>
            </a:r>
          </a:p>
        </p:txBody>
      </p:sp>
      <p:sp>
        <p:nvSpPr>
          <p:cNvPr id="79" name="R2 unlock btn"/>
          <p:cNvSpPr/>
          <p:nvPr/>
        </p:nvSpPr>
        <p:spPr>
          <a:xfrm>
            <a:off x="10055292" y="3749039"/>
            <a:ext cx="1074198" cy="21945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/>
            <a:r>
              <a:rPr lang="en-US" sz="750" b="1" dirty="0">
                <a:solidFill>
                  <a:srgbClr val="6B7280"/>
                </a:solidFill>
                <a:latin typeface="Segoe UI"/>
                <a:cs typeface="Segoe UI"/>
              </a:rPr>
              <a:t>Unlock</a:t>
            </a:r>
          </a:p>
        </p:txBody>
      </p:sp>
      <p:sp>
        <p:nvSpPr>
          <p:cNvPr id="80" name="Row 3 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4609" y="4023359"/>
            <a:ext cx="10312301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81" name="Row 3 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4609" y="4343400"/>
            <a:ext cx="10312301" cy="9144"/>
          </a:xfrm>
          <a:prstGeom prst="rect">
            <a:avLst/>
          </a:prstGeom>
          <a:solidFill>
            <a:srgbClr val="E5E9F0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82" name="R3 level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78319" y="4023359"/>
            <a:ext cx="1020488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800" b="1" dirty="0">
                <a:solidFill>
                  <a:srgbClr val="1F2937"/>
                </a:solidFill>
                <a:latin typeface="Segoe UI"/>
                <a:cs typeface="Segoe UI"/>
              </a:rPr>
              <a:t>Job Level 4</a:t>
            </a:r>
          </a:p>
        </p:txBody>
      </p:sp>
      <p:sp>
        <p:nvSpPr>
          <p:cNvPr id="83" name="R3 OA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052517" y="4023359"/>
            <a:ext cx="1074198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850" b="0" dirty="0">
                <a:solidFill>
                  <a:srgbClr val="1F2937"/>
                </a:solidFill>
                <a:latin typeface="Segoe UI"/>
                <a:cs typeface="Segoe UI"/>
              </a:rPr>
              <a:t>12</a:t>
            </a:r>
          </a:p>
        </p:txBody>
      </p:sp>
      <p:sp>
        <p:nvSpPr>
          <p:cNvPr id="84" name="R3 final input"/>
          <p:cNvSpPr/>
          <p:nvPr/>
        </p:nvSpPr>
        <p:spPr>
          <a:xfrm>
            <a:off x="3932363" y="4078223"/>
            <a:ext cx="1020488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565D8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/>
            <a:r>
              <a:rPr lang="en-US" sz="850" b="0" dirty="0">
                <a:solidFill>
                  <a:srgbClr val="1F2937"/>
                </a:solidFill>
                <a:latin typeface="Segoe UI"/>
                <a:cs typeface="Segoe UI"/>
              </a:rPr>
              <a:t>10</a:t>
            </a:r>
          </a:p>
        </p:txBody>
      </p:sp>
      <p:sp>
        <p:nvSpPr>
          <p:cNvPr id="85" name="R3 variance"/>
          <p:cNvSpPr/>
          <p:nvPr/>
        </p:nvSpPr>
        <p:spPr>
          <a:xfrm>
            <a:off x="5489951" y="4023359"/>
            <a:ext cx="966778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850" b="1" dirty="0">
                <a:solidFill>
                  <a:srgbClr val="C62828"/>
                </a:solidFill>
                <a:latin typeface="Segoe UI"/>
                <a:cs typeface="Segoe UI"/>
              </a:rPr>
              <a:t>-2</a:t>
            </a:r>
          </a:p>
        </p:txBody>
      </p:sp>
      <p:sp>
        <p:nvSpPr>
          <p:cNvPr id="86" name="R3 attach"/>
          <p:cNvSpPr/>
          <p:nvPr/>
        </p:nvSpPr>
        <p:spPr>
          <a:xfrm>
            <a:off x="6564149" y="4087368"/>
            <a:ext cx="1450167" cy="201167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1565D8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/>
            <a:r>
              <a:rPr lang="en-US" sz="750" b="1" dirty="0">
                <a:solidFill>
                  <a:srgbClr val="1565D8"/>
                </a:solidFill>
                <a:latin typeface="Segoe UI"/>
                <a:cs typeface="Segoe UI"/>
              </a:rPr>
              <a:t>+ Attach evidence</a:t>
            </a:r>
          </a:p>
        </p:txBody>
      </p:sp>
      <p:sp>
        <p:nvSpPr>
          <p:cNvPr id="87" name="R3 status"/>
          <p:cNvSpPr/>
          <p:nvPr/>
        </p:nvSpPr>
        <p:spPr>
          <a:xfrm>
            <a:off x="9034804" y="4105655"/>
            <a:ext cx="751938" cy="173736"/>
          </a:xfrm>
          <a:prstGeom prst="roundRect">
            <a:avLst>
              <a:gd name="adj" fmla="val 50000"/>
            </a:avLst>
          </a:prstGeom>
          <a:solidFill>
            <a:srgbClr val="FFF4E0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/>
            <a:r>
              <a:rPr lang="en-US" sz="700" b="1" dirty="0">
                <a:solidFill>
                  <a:srgbClr val="B26A00"/>
                </a:solidFill>
                <a:latin typeface="Segoe UI"/>
                <a:cs typeface="Segoe UI"/>
              </a:rPr>
              <a:t>OPEN</a:t>
            </a:r>
          </a:p>
        </p:txBody>
      </p:sp>
      <p:sp>
        <p:nvSpPr>
          <p:cNvPr id="88" name="R3 lock btn"/>
          <p:cNvSpPr/>
          <p:nvPr/>
        </p:nvSpPr>
        <p:spPr>
          <a:xfrm>
            <a:off x="10055292" y="4078223"/>
            <a:ext cx="1074198" cy="219456"/>
          </a:xfrm>
          <a:prstGeom prst="roundRect">
            <a:avLst>
              <a:gd name="adj" fmla="val 15000"/>
            </a:avLst>
          </a:prstGeom>
          <a:solidFill>
            <a:srgbClr val="1565D8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/>
            <a:r>
              <a:rPr lang="en-US" sz="750" b="1" dirty="0">
                <a:solidFill>
                  <a:srgbClr val="FFFFFF"/>
                </a:solidFill>
                <a:latin typeface="Segoe UI"/>
                <a:cs typeface="Segoe UI"/>
              </a:rPr>
              <a:t>Lock final</a:t>
            </a:r>
          </a:p>
        </p:txBody>
      </p:sp>
      <p:sp>
        <p:nvSpPr>
          <p:cNvPr id="89" name="Row 4 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4609" y="4352544"/>
            <a:ext cx="10312301" cy="329184"/>
          </a:xfrm>
          <a:prstGeom prst="rect">
            <a:avLst/>
          </a:prstGeom>
          <a:solidFill>
            <a:srgbClr val="EAF2FD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90" name="Row 4 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4609" y="4672584"/>
            <a:ext cx="10312301" cy="9144"/>
          </a:xfrm>
          <a:prstGeom prst="rect">
            <a:avLst/>
          </a:prstGeom>
          <a:solidFill>
            <a:srgbClr val="E5E9F0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91" name="R4 level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78319" y="4352544"/>
            <a:ext cx="1020488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800" b="1" dirty="0">
                <a:solidFill>
                  <a:srgbClr val="1F2937"/>
                </a:solidFill>
                <a:latin typeface="Segoe UI"/>
                <a:cs typeface="Segoe UI"/>
              </a:rPr>
              <a:t>Total</a:t>
            </a:r>
          </a:p>
        </p:txBody>
      </p:sp>
      <p:sp>
        <p:nvSpPr>
          <p:cNvPr id="92" name="R4 OA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052517" y="4352544"/>
            <a:ext cx="1074198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850" b="1" dirty="0">
                <a:solidFill>
                  <a:srgbClr val="1F2937"/>
                </a:solidFill>
                <a:latin typeface="Segoe UI"/>
                <a:cs typeface="Segoe UI"/>
              </a:rPr>
              <a:t>102</a:t>
            </a:r>
          </a:p>
        </p:txBody>
      </p:sp>
      <p:sp>
        <p:nvSpPr>
          <p:cNvPr id="93" name="R4 final"/>
          <p:cNvSpPr/>
          <p:nvPr/>
        </p:nvSpPr>
        <p:spPr>
          <a:xfrm>
            <a:off x="3932363" y="4352544"/>
            <a:ext cx="1074198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850" b="1" dirty="0">
                <a:solidFill>
                  <a:srgbClr val="1F2937"/>
                </a:solidFill>
                <a:latin typeface="Segoe UI"/>
                <a:cs typeface="Segoe UI"/>
              </a:rPr>
              <a:t>98</a:t>
            </a:r>
          </a:p>
        </p:txBody>
      </p:sp>
      <p:sp>
        <p:nvSpPr>
          <p:cNvPr id="94" name="R4 variance"/>
          <p:cNvSpPr/>
          <p:nvPr/>
        </p:nvSpPr>
        <p:spPr>
          <a:xfrm>
            <a:off x="5489951" y="4352544"/>
            <a:ext cx="966778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850" b="1" dirty="0">
                <a:solidFill>
                  <a:srgbClr val="C62828"/>
                </a:solidFill>
                <a:latin typeface="Segoe UI"/>
                <a:cs typeface="Segoe UI"/>
              </a:rPr>
              <a:t>-4</a:t>
            </a:r>
          </a:p>
        </p:txBody>
      </p:sp>
      <p:sp>
        <p:nvSpPr>
          <p:cNvPr id="95" name="R4 evidence"/>
          <p:cNvSpPr/>
          <p:nvPr/>
        </p:nvSpPr>
        <p:spPr>
          <a:xfrm>
            <a:off x="6564149" y="4352544"/>
            <a:ext cx="2363235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50" b="0" dirty="0">
                <a:solidFill>
                  <a:srgbClr val="6B7280"/>
                </a:solidFill>
                <a:latin typeface="Segoe UI"/>
                <a:cs typeface="Segoe UI"/>
              </a:rPr>
              <a:t>2 of 3 attached</a:t>
            </a:r>
          </a:p>
        </p:txBody>
      </p:sp>
      <p:sp>
        <p:nvSpPr>
          <p:cNvPr id="96" name="R4 status"/>
          <p:cNvSpPr/>
          <p:nvPr/>
        </p:nvSpPr>
        <p:spPr>
          <a:xfrm>
            <a:off x="9034804" y="4352544"/>
            <a:ext cx="1074198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50" b="1" dirty="0">
                <a:solidFill>
                  <a:srgbClr val="6B7280"/>
                </a:solidFill>
                <a:latin typeface="Segoe UI"/>
                <a:cs typeface="Segoe UI"/>
              </a:rPr>
              <a:t>2 / 3 locked</a:t>
            </a:r>
          </a:p>
        </p:txBody>
      </p:sp>
      <p:sp>
        <p:nvSpPr>
          <p:cNvPr id="97" name="Exceptions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3479" y="4873752"/>
            <a:ext cx="4511631" cy="17190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98" name="Exceptions title"/>
          <p:cNvSpPr/>
          <p:nvPr/>
        </p:nvSpPr>
        <p:spPr>
          <a:xfrm>
            <a:off x="924609" y="4910328"/>
            <a:ext cx="3759693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950" b="1" dirty="0">
                <a:solidFill>
                  <a:srgbClr val="1F2937"/>
                </a:solidFill>
                <a:latin typeface="Segoe UI"/>
                <a:cs typeface="Segoe UI"/>
              </a:rPr>
              <a:t>Exceptions: Not Agreed for Migration</a:t>
            </a:r>
          </a:p>
        </p:txBody>
      </p:sp>
      <p:sp>
        <p:nvSpPr>
          <p:cNvPr id="99" name="Read-only chip"/>
          <p:cNvSpPr/>
          <p:nvPr/>
        </p:nvSpPr>
        <p:spPr>
          <a:xfrm>
            <a:off x="4362043" y="4946904"/>
            <a:ext cx="805648" cy="173736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/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READ-ONLY</a:t>
            </a:r>
          </a:p>
        </p:txBody>
      </p:sp>
      <p:sp>
        <p:nvSpPr>
          <p:cNvPr id="100" name="Callout 5" descr="Callout 5 - see developer guide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072009" y="4937760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Segoe UI"/>
                <a:cs typeface="Segoe UI"/>
              </a:rPr>
              <a:t>5</a:t>
            </a:r>
          </a:p>
        </p:txBody>
      </p:sp>
      <p:sp>
        <p:nvSpPr>
          <p:cNvPr id="101" name="Exceptions 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4609" y="5175504"/>
            <a:ext cx="4189372" cy="201168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102" name="Ex r0 a"/>
          <p:cNvSpPr/>
          <p:nvPr/>
        </p:nvSpPr>
        <p:spPr>
          <a:xfrm>
            <a:off x="978319" y="5175504"/>
            <a:ext cx="1396457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00" b="1" dirty="0">
                <a:solidFill>
                  <a:srgbClr val="6B7280"/>
                </a:solidFill>
                <a:latin typeface="Segoe UI"/>
                <a:cs typeface="Segoe UI"/>
              </a:rPr>
              <a:t>Job level</a:t>
            </a:r>
          </a:p>
        </p:txBody>
      </p:sp>
      <p:sp>
        <p:nvSpPr>
          <p:cNvPr id="103" name="Ex r0 b"/>
          <p:cNvSpPr/>
          <p:nvPr/>
        </p:nvSpPr>
        <p:spPr>
          <a:xfrm>
            <a:off x="2428486" y="5175504"/>
            <a:ext cx="1289037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00" b="1" dirty="0">
                <a:solidFill>
                  <a:srgbClr val="6B7280"/>
                </a:solidFill>
                <a:latin typeface="Segoe UI"/>
                <a:cs typeface="Segoe UI"/>
              </a:rPr>
              <a:t>FTE not agreed</a:t>
            </a:r>
          </a:p>
        </p:txBody>
      </p:sp>
      <p:sp>
        <p:nvSpPr>
          <p:cNvPr id="104" name="Ex r0 c"/>
          <p:cNvSpPr/>
          <p:nvPr/>
        </p:nvSpPr>
        <p:spPr>
          <a:xfrm>
            <a:off x="3771234" y="5175504"/>
            <a:ext cx="1289037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00" b="1" dirty="0">
                <a:solidFill>
                  <a:srgbClr val="6B7280"/>
                </a:solidFill>
                <a:latin typeface="Segoe UI"/>
                <a:cs typeface="Segoe UI"/>
              </a:rPr>
              <a:t>% of ambition</a:t>
            </a:r>
          </a:p>
        </p:txBody>
      </p:sp>
      <p:sp>
        <p:nvSpPr>
          <p:cNvPr id="105" name="Ex r1 a"/>
          <p:cNvSpPr/>
          <p:nvPr/>
        </p:nvSpPr>
        <p:spPr>
          <a:xfrm>
            <a:off x="978319" y="5376672"/>
            <a:ext cx="1396457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Job Level 2</a:t>
            </a:r>
          </a:p>
        </p:txBody>
      </p:sp>
      <p:sp>
        <p:nvSpPr>
          <p:cNvPr id="106" name="Ex r1 b"/>
          <p:cNvSpPr/>
          <p:nvPr/>
        </p:nvSpPr>
        <p:spPr>
          <a:xfrm>
            <a:off x="2428486" y="5376672"/>
            <a:ext cx="1289037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8</a:t>
            </a:r>
          </a:p>
        </p:txBody>
      </p:sp>
      <p:sp>
        <p:nvSpPr>
          <p:cNvPr id="107" name="Ex r1 c"/>
          <p:cNvSpPr/>
          <p:nvPr/>
        </p:nvSpPr>
        <p:spPr>
          <a:xfrm>
            <a:off x="3771234" y="5376672"/>
            <a:ext cx="1289037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6.7%</a:t>
            </a:r>
          </a:p>
        </p:txBody>
      </p:sp>
      <p:sp>
        <p:nvSpPr>
          <p:cNvPr id="108" name="Ex r2 a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78319" y="5577840"/>
            <a:ext cx="1396457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Job Level 3</a:t>
            </a:r>
          </a:p>
        </p:txBody>
      </p:sp>
      <p:sp>
        <p:nvSpPr>
          <p:cNvPr id="109" name="Ex r2 b"/>
          <p:cNvSpPr/>
          <p:nvPr/>
        </p:nvSpPr>
        <p:spPr>
          <a:xfrm>
            <a:off x="2428486" y="5577840"/>
            <a:ext cx="1289037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6</a:t>
            </a:r>
          </a:p>
        </p:txBody>
      </p:sp>
      <p:sp>
        <p:nvSpPr>
          <p:cNvPr id="110" name="Ex r2 c"/>
          <p:cNvSpPr/>
          <p:nvPr/>
        </p:nvSpPr>
        <p:spPr>
          <a:xfrm>
            <a:off x="3771234" y="5577840"/>
            <a:ext cx="1289037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5.0%</a:t>
            </a:r>
          </a:p>
        </p:txBody>
      </p:sp>
      <p:sp>
        <p:nvSpPr>
          <p:cNvPr id="111" name="Ex r3 a"/>
          <p:cNvSpPr/>
          <p:nvPr/>
        </p:nvSpPr>
        <p:spPr>
          <a:xfrm>
            <a:off x="978319" y="5779008"/>
            <a:ext cx="1396457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Job Level 4</a:t>
            </a:r>
          </a:p>
        </p:txBody>
      </p:sp>
      <p:sp>
        <p:nvSpPr>
          <p:cNvPr id="112" name="Ex r3 b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428486" y="5779008"/>
            <a:ext cx="1289037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113" name="Ex r3 c"/>
          <p:cNvSpPr/>
          <p:nvPr/>
        </p:nvSpPr>
        <p:spPr>
          <a:xfrm>
            <a:off x="3771234" y="5779008"/>
            <a:ext cx="1289037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3.3%</a:t>
            </a:r>
          </a:p>
        </p:txBody>
      </p:sp>
      <p:sp>
        <p:nvSpPr>
          <p:cNvPr id="114" name="Exceptions total 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4609" y="5980176"/>
            <a:ext cx="4189372" cy="201168"/>
          </a:xfrm>
          <a:prstGeom prst="rect">
            <a:avLst/>
          </a:prstGeom>
          <a:solidFill>
            <a:srgbClr val="EAF2FD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115" name="Ex r4 a"/>
          <p:cNvSpPr/>
          <p:nvPr/>
        </p:nvSpPr>
        <p:spPr>
          <a:xfrm>
            <a:off x="978319" y="5980176"/>
            <a:ext cx="1396457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50" b="1" dirty="0">
                <a:solidFill>
                  <a:srgbClr val="1F2937"/>
                </a:solidFill>
                <a:latin typeface="Segoe UI"/>
                <a:cs typeface="Segoe UI"/>
              </a:rPr>
              <a:t>Total</a:t>
            </a:r>
          </a:p>
        </p:txBody>
      </p:sp>
      <p:sp>
        <p:nvSpPr>
          <p:cNvPr id="116" name="Ex r4 b"/>
          <p:cNvSpPr/>
          <p:nvPr/>
        </p:nvSpPr>
        <p:spPr>
          <a:xfrm>
            <a:off x="2428486" y="5980176"/>
            <a:ext cx="1289037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50" b="1" dirty="0">
                <a:solidFill>
                  <a:srgbClr val="1F2937"/>
                </a:solidFill>
                <a:latin typeface="Segoe UI"/>
                <a:cs typeface="Segoe UI"/>
              </a:rPr>
              <a:t>18</a:t>
            </a:r>
          </a:p>
        </p:txBody>
      </p:sp>
      <p:sp>
        <p:nvSpPr>
          <p:cNvPr id="117" name="Ex r4 c"/>
          <p:cNvSpPr/>
          <p:nvPr/>
        </p:nvSpPr>
        <p:spPr>
          <a:xfrm>
            <a:off x="3771234" y="5980176"/>
            <a:ext cx="1289037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50" b="1" dirty="0">
                <a:solidFill>
                  <a:srgbClr val="1F2937"/>
                </a:solidFill>
                <a:latin typeface="Segoe UI"/>
                <a:cs typeface="Segoe UI"/>
              </a:rPr>
              <a:t>15.0%</a:t>
            </a:r>
          </a:p>
        </p:txBody>
      </p:sp>
      <p:sp>
        <p:nvSpPr>
          <p:cNvPr id="118" name="Reconcile"/>
          <p:cNvSpPr/>
          <p:nvPr/>
        </p:nvSpPr>
        <p:spPr>
          <a:xfrm>
            <a:off x="978319" y="6199632"/>
            <a:ext cx="4189372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00" b="1" dirty="0">
                <a:solidFill>
                  <a:srgbClr val="1E8E3E"/>
                </a:solidFill>
                <a:latin typeface="Segoe UI"/>
                <a:cs typeface="Segoe UI"/>
              </a:rPr>
              <a:t>Check: 102 agreed + 18 exceptions = 120 ambition</a:t>
            </a:r>
          </a:p>
        </p:txBody>
      </p:sp>
      <p:sp>
        <p:nvSpPr>
          <p:cNvPr id="119" name="OA link"/>
          <p:cNvSpPr/>
          <p:nvPr/>
        </p:nvSpPr>
        <p:spPr>
          <a:xfrm>
            <a:off x="978319" y="6373368"/>
            <a:ext cx="4189372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00" b="1" dirty="0">
                <a:solidFill>
                  <a:srgbClr val="1565D8"/>
                </a:solidFill>
                <a:latin typeface="Segoe UI"/>
                <a:cs typeface="Segoe UI"/>
              </a:rPr>
              <a:t>View exception reasons in Opportunity Assessment  &gt;</a:t>
            </a:r>
          </a:p>
        </p:txBody>
      </p:sp>
      <p:sp>
        <p:nvSpPr>
          <p:cNvPr id="120" name="Scope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82531" y="4873752"/>
            <a:ext cx="6015509" cy="17190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121" name="Scope title"/>
          <p:cNvSpPr/>
          <p:nvPr/>
        </p:nvSpPr>
        <p:spPr>
          <a:xfrm>
            <a:off x="5543660" y="4910328"/>
            <a:ext cx="4296792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950" b="1" dirty="0">
                <a:solidFill>
                  <a:srgbClr val="1F2937"/>
                </a:solidFill>
                <a:latin typeface="Segoe UI"/>
                <a:cs typeface="Segoe UI"/>
              </a:rPr>
              <a:t>High-Level Scope Statement</a:t>
            </a:r>
          </a:p>
        </p:txBody>
      </p:sp>
      <p:sp>
        <p:nvSpPr>
          <p:cNvPr id="122" name="Required chip"/>
          <p:cNvSpPr/>
          <p:nvPr/>
        </p:nvSpPr>
        <p:spPr>
          <a:xfrm>
            <a:off x="10377552" y="4946904"/>
            <a:ext cx="859358" cy="173736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/>
            <a:r>
              <a:rPr lang="en-US" sz="650" b="1" dirty="0">
                <a:solidFill>
                  <a:srgbClr val="C62828"/>
                </a:solidFill>
                <a:latin typeface="Segoe UI"/>
                <a:cs typeface="Segoe UI"/>
              </a:rPr>
              <a:t>REQUIRED</a:t>
            </a:r>
          </a:p>
        </p:txBody>
      </p:sp>
      <p:sp>
        <p:nvSpPr>
          <p:cNvPr id="123" name="Callout 6" descr="Callout 6 - see developer guide"/>
          <p:cNvSpPr/>
          <p:nvPr/>
        </p:nvSpPr>
        <p:spPr>
          <a:xfrm>
            <a:off x="10087518" y="4937760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Segoe UI"/>
                <a:cs typeface="Segoe UI"/>
              </a:rPr>
              <a:t>6</a:t>
            </a:r>
          </a:p>
        </p:txBody>
      </p:sp>
      <p:sp>
        <p:nvSpPr>
          <p:cNvPr id="124" name="Scope text area"/>
          <p:cNvSpPr/>
          <p:nvPr/>
        </p:nvSpPr>
        <p:spPr>
          <a:xfrm>
            <a:off x="5543660" y="5184648"/>
            <a:ext cx="5693249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565D8"/>
            </a:solidFill>
          </a:ln>
        </p:spPr>
        <p:txBody>
          <a:bodyPr wrap="square" lIns="91440" tIns="27432" rIns="91440" bIns="27432" rtlCol="0" anchor="t">
            <a:noAutofit/>
          </a:bodyPr>
          <a:lstStyle/>
          <a:p>
            <a:pPr algn="l"/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Migrate Ocean EU Hub order-to-cash and documentation activities from Copenhagen to GSC Mumbai and Manila. In scope: booking amendments, documentation validation and invoicing support for EUR trades. Out of scope: customer escalations and local customs filing, which remain in-country.</a:t>
            </a:r>
          </a:p>
        </p:txBody>
      </p:sp>
      <p:sp>
        <p:nvSpPr>
          <p:cNvPr id="125" name="Char counter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679323" y="6355080"/>
            <a:ext cx="1557587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r"/>
            <a:r>
              <a:rPr lang="en-US" sz="650" b="0" dirty="0">
                <a:solidFill>
                  <a:srgbClr val="6B7280"/>
                </a:solidFill>
                <a:latin typeface="Segoe UI"/>
                <a:cs typeface="Segoe UI"/>
              </a:rPr>
              <a:t>312 / 2,000 characters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1800" b="0" dirty="0">
                <a:solidFill>
                  <a:srgbClr val="000000"/>
                </a:solidFill>
                <a:latin typeface="Segoe UI"/>
                <a:cs typeface="Segoe UI"/>
              </a:rPr>
              <a:t>Scope Statement: Developer Guide</a:t>
            </a:r>
          </a:p>
        </p:txBody>
      </p:sp>
      <p:sp>
        <p:nvSpPr>
          <p:cNvPr id="4" name="Subtitle"/>
          <p:cNvSpPr/>
          <p:nvPr/>
        </p:nvSpPr>
        <p:spPr>
          <a:xfrm>
            <a:off x="457200" y="676656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900" b="0" dirty="0">
                <a:solidFill>
                  <a:srgbClr val="6B7280"/>
                </a:solidFill>
                <a:latin typeface="Segoe UI"/>
                <a:cs typeface="Segoe UI"/>
              </a:rPr>
              <a:t>Proposed fields, data sources and behaviour  |  Numbers match the callouts on the mock-up</a:t>
            </a:r>
          </a:p>
        </p:txBody>
      </p:sp>
      <p:graphicFrame>
        <p:nvGraphicFramePr>
          <p:cNvPr id="5" name="Field specification table" descr="Field specification for the six Scope Statement elements: source, type and rul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3707958"/>
              </p:ext>
            </p:extLst>
          </p:nvPr>
        </p:nvGraphicFramePr>
        <p:xfrm>
          <a:off x="457200" y="1005840"/>
          <a:ext cx="7132320" cy="3474720"/>
        </p:xfrm>
        <a:graphic>
          <a:graphicData uri="http://schemas.openxmlformats.org/drawingml/2006/table">
            <a:tbl>
              <a:tblPr firstRow="1" bandRow="1"/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#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Element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Source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Type / editable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Rules &amp; behaviour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lang="en-US" sz="850" b="1" dirty="0">
                          <a:solidFill>
                            <a:srgbClr val="F28C28"/>
                          </a:solidFill>
                          <a:latin typeface="Segoe UI"/>
                          <a:cs typeface="Segoe UI"/>
                        </a:rPr>
                        <a:t>1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Ambition FTE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Original intake form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Number, read-only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Pulled on load. Baseline for coverage % and the reconciliation check. Link back to the intake form.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lang="en-US" sz="850" b="1" dirty="0">
                          <a:solidFill>
                            <a:srgbClr val="F28C28"/>
                          </a:solidFill>
                          <a:latin typeface="Segoe UI"/>
                          <a:cs typeface="Segoe UI"/>
                        </a:rPr>
                        <a:t>2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Agreed for migration, by job level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Opportunity Assessment tab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Number per JL2 / JL3 / JL4, read-only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Synced from OA; Total auto-sums. If OA changes after a level is locked, flag the row and notify the owner.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lang="en-US" sz="850" b="1" dirty="0">
                          <a:solidFill>
                            <a:srgbClr val="F28C28"/>
                          </a:solidFill>
                          <a:latin typeface="Segoe UI"/>
                          <a:cs typeface="Segoe UI"/>
                        </a:rPr>
                        <a:t>3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Final agreement, by job level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Manual input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Whole number &gt;= 0, editable until locked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Variance = Final - OA (red when negative). Total auto-sums. Warn (not block) if Final &gt; OA.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lang="en-US" sz="850" b="1" dirty="0">
                          <a:solidFill>
                            <a:srgbClr val="F28C28"/>
                          </a:solidFill>
                          <a:latin typeface="Segoe UI"/>
                          <a:cs typeface="Segoe UI"/>
                        </a:rPr>
                        <a:t>4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Evidence + Lock, per job level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Upload / button per row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File (PDF, DOCX, MSG, XLSX); Lock / Unlock action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Locked row is read-only (user + time logged). The locked total is the project's official final FTE, used in all other views.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lang="en-US" sz="850" b="1" dirty="0">
                          <a:solidFill>
                            <a:srgbClr val="F28C28"/>
                          </a:solidFill>
                          <a:latin typeface="Segoe UI"/>
                          <a:cs typeface="Segoe UI"/>
                        </a:rPr>
                        <a:t>5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Exceptions (not agreed)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Opportunity Assessment tab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Number per job level, read-only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Summary only; reasons stay in OA (deep link). Check Agreed + Exceptions = Ambition; flag any gap.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lang="en-US" sz="850" b="1" dirty="0">
                          <a:solidFill>
                            <a:srgbClr val="F28C28"/>
                          </a:solidFill>
                          <a:latin typeface="Segoe UI"/>
                          <a:cs typeface="Segoe UI"/>
                        </a:rPr>
                        <a:t>6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High-level scope statement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Manual input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Free text, max 2,000 characters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Standard project scope statement. Mandatory before Submit; saved with each version.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Data model card"/>
          <p:cNvSpPr/>
          <p:nvPr/>
        </p:nvSpPr>
        <p:spPr>
          <a:xfrm>
            <a:off x="457200" y="4846320"/>
            <a:ext cx="7132320" cy="173736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9525">
            <a:solidFill>
              <a:srgbClr val="DDE3EC"/>
            </a:solidFill>
          </a:ln>
        </p:spPr>
        <p:txBody>
          <a:bodyPr wrap="square" lIns="109728" tIns="27432" rIns="109728" bIns="27432" rtlCol="0" anchor="t">
            <a:noAutofit/>
          </a:bodyPr>
          <a:lstStyle/>
          <a:p>
            <a:pPr algn="l"/>
            <a:r>
              <a:rPr lang="en-US" sz="1000" b="1" dirty="0">
                <a:solidFill>
                  <a:srgbClr val="1F2937"/>
                </a:solidFill>
                <a:latin typeface="Segoe UI"/>
                <a:cs typeface="Segoe UI"/>
              </a:rPr>
              <a:t>Suggested data model (one record per project)</a:t>
            </a:r>
          </a:p>
          <a:p>
            <a:pPr algn="l"/>
            <a:r>
              <a:rPr lang="en-US" sz="750" b="0" dirty="0">
                <a:solidFill>
                  <a:srgbClr val="1F2937"/>
                </a:solidFill>
                <a:latin typeface="Consolas"/>
                <a:cs typeface="Consolas"/>
              </a:rPr>
              <a:t>ScopeStatement { projectId, status, version, ambitionFte (intake), scopeText, </a:t>
            </a:r>
            <a:r>
              <a:rPr lang="en-US" sz="750" b="0">
                <a:solidFill>
                  <a:srgbClr val="1F2937"/>
                </a:solidFill>
                <a:latin typeface="Consolas"/>
                <a:cs typeface="Consolas"/>
              </a:rPr>
              <a:t>finalProjectFte (locked sum),</a:t>
            </a:r>
            <a:r>
              <a:rPr lang="en-US" sz="750" b="0" dirty="0">
                <a:solidFill>
                  <a:srgbClr val="1F2937"/>
                </a:solidFill>
                <a:latin typeface="Consolas"/>
                <a:cs typeface="Consolas"/>
              </a:rPr>
              <a:t> submittedAt }</a:t>
            </a:r>
          </a:p>
          <a:p>
            <a:pPr algn="l"/>
            <a:r>
              <a:rPr lang="en-US" sz="750" b="0" dirty="0">
                <a:solidFill>
                  <a:srgbClr val="1F2937"/>
                </a:solidFill>
                <a:latin typeface="Consolas"/>
                <a:cs typeface="Consolas"/>
              </a:rPr>
              <a:t>JobLevelLine { jobLevel (JL2|JL3|JL4), oaAgreedFte (OA), finalFte, variance (calc), evidenceFiles[], isLocked, lockedBy, lockedAt }</a:t>
            </a:r>
          </a:p>
          <a:p>
            <a:pPr algn="l"/>
            <a:r>
              <a:rPr lang="en-US" sz="750" b="0" dirty="0">
                <a:solidFill>
                  <a:srgbClr val="1F2937"/>
                </a:solidFill>
                <a:latin typeface="Consolas"/>
                <a:cs typeface="Consolas"/>
              </a:rPr>
              <a:t>ExceptionLine { jobLevel, fteNotAgreed (OA), oaRecordLink }</a:t>
            </a:r>
          </a:p>
          <a:p>
            <a:pPr algn="l"/>
            <a:r>
              <a:rPr lang="en-US" sz="750" b="0" dirty="0">
                <a:solidFill>
                  <a:srgbClr val="1F2937"/>
                </a:solidFill>
                <a:latin typeface="Consolas"/>
                <a:cs typeface="Consolas"/>
              </a:rPr>
              <a:t>AuditLog { action (lock | unlock | edit | submit), field, oldValue, newValue, reason, user, timestamp }</a:t>
            </a:r>
          </a:p>
        </p:txBody>
      </p:sp>
      <p:sp>
        <p:nvSpPr>
          <p:cNvPr id="7" name="Workflow &amp; status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18120" y="1005840"/>
            <a:ext cx="3931920" cy="1783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8" name="Workflow &amp; status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18120" y="1005840"/>
            <a:ext cx="54864" cy="1783080"/>
          </a:xfrm>
          <a:prstGeom prst="rect">
            <a:avLst/>
          </a:prstGeom>
          <a:solidFill>
            <a:srgbClr val="1565D8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9" name="Workflow &amp; status text"/>
          <p:cNvSpPr/>
          <p:nvPr/>
        </p:nvSpPr>
        <p:spPr>
          <a:xfrm>
            <a:off x="7955279" y="1051560"/>
            <a:ext cx="3749039" cy="1691639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rtlCol="0" anchor="t">
            <a:noAutofit/>
          </a:bodyPr>
          <a:lstStyle/>
          <a:p>
            <a:pPr algn="l"/>
            <a:r>
              <a:rPr lang="en-US" sz="1050" b="1" dirty="0">
                <a:solidFill>
                  <a:srgbClr val="1F2937"/>
                </a:solidFill>
                <a:latin typeface="Segoe UI"/>
                <a:cs typeface="Segoe UI"/>
              </a:rPr>
              <a:t>Workflow &amp; status</a:t>
            </a:r>
          </a:p>
          <a:p>
            <a:pPr algn="l">
              <a:spcBef>
                <a:spcPts val="500"/>
              </a:spcBef>
            </a:pPr>
            <a:r>
              <a:rPr lang="en-US" sz="950" b="1" dirty="0">
                <a:solidFill>
                  <a:srgbClr val="1F2937"/>
                </a:solidFill>
                <a:latin typeface="Segoe UI"/>
                <a:cs typeface="Segoe UI"/>
              </a:rPr>
              <a:t>Draft: </a:t>
            </a:r>
            <a:r>
              <a:rPr lang="en-US" sz="950" b="0" dirty="0">
                <a:solidFill>
                  <a:srgbClr val="1F2937"/>
                </a:solidFill>
                <a:latin typeface="Segoe UI"/>
                <a:cs typeface="Segoe UI"/>
              </a:rPr>
              <a:t>values editable; Save draft at any time.</a:t>
            </a:r>
          </a:p>
          <a:p>
            <a:pPr algn="l">
              <a:spcBef>
                <a:spcPts val="500"/>
              </a:spcBef>
            </a:pPr>
            <a:r>
              <a:rPr lang="en-US" sz="950" b="1" dirty="0">
                <a:solidFill>
                  <a:srgbClr val="1F2937"/>
                </a:solidFill>
                <a:latin typeface="Segoe UI"/>
                <a:cs typeface="Segoe UI"/>
              </a:rPr>
              <a:t>Ready: </a:t>
            </a:r>
            <a:r>
              <a:rPr lang="en-US" sz="950" b="0" dirty="0">
                <a:solidFill>
                  <a:srgbClr val="1F2937"/>
                </a:solidFill>
                <a:latin typeface="Segoe UI"/>
                <a:cs typeface="Segoe UI"/>
              </a:rPr>
              <a:t>all job levels locked and scope text filled; Submit becomes active.</a:t>
            </a:r>
          </a:p>
          <a:p>
            <a:pPr algn="l">
              <a:spcBef>
                <a:spcPts val="500"/>
              </a:spcBef>
            </a:pPr>
            <a:r>
              <a:rPr lang="en-US" sz="950" b="1" dirty="0">
                <a:solidFill>
                  <a:srgbClr val="1F2937"/>
                </a:solidFill>
                <a:latin typeface="Segoe UI"/>
                <a:cs typeface="Segoe UI"/>
              </a:rPr>
              <a:t>Submitted / Signed off: </a:t>
            </a:r>
            <a:r>
              <a:rPr lang="en-US" sz="950" b="0" dirty="0">
                <a:solidFill>
                  <a:srgbClr val="1F2937"/>
                </a:solidFill>
                <a:latin typeface="Segoe UI"/>
                <a:cs typeface="Segoe UI"/>
              </a:rPr>
              <a:t>record frozen; </a:t>
            </a:r>
            <a:r>
              <a:rPr lang="en-US" sz="950" b="0">
                <a:solidFill>
                  <a:srgbClr val="1F2937"/>
                </a:solidFill>
                <a:latin typeface="Segoe UI"/>
                <a:cs typeface="Segoe UI"/>
              </a:rPr>
              <a:t>locked total </a:t>
            </a:r>
            <a:r>
              <a:rPr lang="en-US" sz="950" b="0" dirty="0">
                <a:solidFill>
                  <a:srgbClr val="1F2937"/>
                </a:solidFill>
                <a:latin typeface="Segoe UI"/>
                <a:cs typeface="Segoe UI"/>
              </a:rPr>
              <a:t>becomes the </a:t>
            </a:r>
            <a:r>
              <a:rPr lang="en-US" sz="950" b="0">
                <a:solidFill>
                  <a:srgbClr val="1F2937"/>
                </a:solidFill>
                <a:latin typeface="Segoe UI"/>
                <a:cs typeface="Segoe UI"/>
              </a:rPr>
              <a:t>project's </a:t>
            </a:r>
            <a:r>
              <a:rPr lang="en-US" sz="950" b="0" dirty="0">
                <a:solidFill>
                  <a:srgbClr val="1F2937"/>
                </a:solidFill>
                <a:latin typeface="Segoe UI"/>
                <a:cs typeface="Segoe UI"/>
              </a:rPr>
              <a:t>final </a:t>
            </a:r>
            <a:r>
              <a:rPr lang="en-US" sz="950" b="0">
                <a:solidFill>
                  <a:srgbClr val="1F2937"/>
                </a:solidFill>
                <a:latin typeface="Segoe UI"/>
                <a:cs typeface="Segoe UI"/>
              </a:rPr>
              <a:t>FTE</a:t>
            </a:r>
            <a:r>
              <a:rPr lang="en-US" sz="950" b="0" dirty="0">
                <a:solidFill>
                  <a:srgbClr val="1F2937"/>
                </a:solidFill>
                <a:latin typeface="Segoe UI"/>
                <a:cs typeface="Segoe UI"/>
              </a:rPr>
              <a:t> of record.</a:t>
            </a:r>
          </a:p>
          <a:p>
            <a:pPr algn="l">
              <a:spcBef>
                <a:spcPts val="500"/>
              </a:spcBef>
            </a:pPr>
            <a:r>
              <a:rPr lang="en-US" sz="950" b="1" dirty="0">
                <a:solidFill>
                  <a:srgbClr val="1F2937"/>
                </a:solidFill>
                <a:latin typeface="Segoe UI"/>
                <a:cs typeface="Segoe UI"/>
              </a:rPr>
              <a:t>Re-open: </a:t>
            </a:r>
            <a:r>
              <a:rPr lang="en-US" sz="950" b="0" dirty="0">
                <a:solidFill>
                  <a:srgbClr val="1F2937"/>
                </a:solidFill>
                <a:latin typeface="Segoe UI"/>
                <a:cs typeface="Segoe UI"/>
              </a:rPr>
              <a:t>unlock with reason; status returns to Draft, version +1.</a:t>
            </a:r>
          </a:p>
        </p:txBody>
      </p:sp>
      <p:sp>
        <p:nvSpPr>
          <p:cNvPr id="10" name="Roles (proposed)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18120" y="2880360"/>
            <a:ext cx="393192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11" name="Roles (proposed)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18120" y="2880360"/>
            <a:ext cx="54864" cy="1325880"/>
          </a:xfrm>
          <a:prstGeom prst="rect">
            <a:avLst/>
          </a:prstGeom>
          <a:solidFill>
            <a:srgbClr val="1E8E3E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12" name="Roles (proposed) text"/>
          <p:cNvSpPr/>
          <p:nvPr/>
        </p:nvSpPr>
        <p:spPr>
          <a:xfrm>
            <a:off x="7955279" y="2926079"/>
            <a:ext cx="3749039" cy="1234439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rtlCol="0" anchor="t">
            <a:noAutofit/>
          </a:bodyPr>
          <a:lstStyle/>
          <a:p>
            <a:pPr algn="l"/>
            <a:r>
              <a:rPr lang="en-US" sz="1050" b="1" dirty="0">
                <a:solidFill>
                  <a:srgbClr val="1F2937"/>
                </a:solidFill>
                <a:latin typeface="Segoe UI"/>
                <a:cs typeface="Segoe UI"/>
              </a:rPr>
              <a:t>Roles (proposed)</a:t>
            </a:r>
          </a:p>
          <a:p>
            <a:pPr algn="l">
              <a:spcBef>
                <a:spcPts val="500"/>
              </a:spcBef>
            </a:pPr>
            <a:r>
              <a:rPr lang="en-US" sz="950" b="1" dirty="0">
                <a:solidFill>
                  <a:srgbClr val="1F2937"/>
                </a:solidFill>
                <a:latin typeface="Segoe UI"/>
                <a:cs typeface="Segoe UI"/>
              </a:rPr>
              <a:t>WPM lead: </a:t>
            </a:r>
            <a:r>
              <a:rPr lang="en-US" sz="950" b="0" dirty="0">
                <a:solidFill>
                  <a:srgbClr val="1F2937"/>
                </a:solidFill>
                <a:latin typeface="Segoe UI"/>
                <a:cs typeface="Segoe UI"/>
              </a:rPr>
              <a:t>edits final values, attaches evidence, locks, submits.</a:t>
            </a:r>
          </a:p>
          <a:p>
            <a:pPr algn="l">
              <a:spcBef>
                <a:spcPts val="500"/>
              </a:spcBef>
            </a:pPr>
            <a:r>
              <a:rPr lang="en-US" sz="950" b="1" dirty="0">
                <a:solidFill>
                  <a:srgbClr val="1F2937"/>
                </a:solidFill>
                <a:latin typeface="Segoe UI"/>
                <a:cs typeface="Segoe UI"/>
              </a:rPr>
              <a:t>Area / product owner: </a:t>
            </a:r>
            <a:r>
              <a:rPr lang="en-US" sz="950" b="0" dirty="0">
                <a:solidFill>
                  <a:srgbClr val="1F2937"/>
                </a:solidFill>
                <a:latin typeface="Segoe UI"/>
                <a:cs typeface="Segoe UI"/>
              </a:rPr>
              <a:t>views and signs off.</a:t>
            </a:r>
          </a:p>
          <a:p>
            <a:pPr algn="l">
              <a:spcBef>
                <a:spcPts val="500"/>
              </a:spcBef>
            </a:pPr>
            <a:r>
              <a:rPr lang="en-US" sz="950" b="1" dirty="0">
                <a:solidFill>
                  <a:srgbClr val="1F2937"/>
                </a:solidFill>
                <a:latin typeface="Segoe UI"/>
                <a:cs typeface="Segoe UI"/>
              </a:rPr>
              <a:t>PMO and others: </a:t>
            </a:r>
            <a:r>
              <a:rPr lang="en-US" sz="950" b="0" dirty="0">
                <a:solidFill>
                  <a:srgbClr val="1F2937"/>
                </a:solidFill>
                <a:latin typeface="Segoe UI"/>
                <a:cs typeface="Segoe UI"/>
              </a:rPr>
              <a:t>view only; Export to PDF / Excel.</a:t>
            </a:r>
          </a:p>
        </p:txBody>
      </p:sp>
      <p:sp>
        <p:nvSpPr>
          <p:cNvPr id="13" name="Open points to confirm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18120" y="429768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14" name="Open points to confirm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18120" y="4297680"/>
            <a:ext cx="54864" cy="22860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15" name="Open points to confirm text"/>
          <p:cNvSpPr/>
          <p:nvPr/>
        </p:nvSpPr>
        <p:spPr>
          <a:xfrm>
            <a:off x="7955279" y="4343400"/>
            <a:ext cx="3749039" cy="219456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rtlCol="0" anchor="t">
            <a:noAutofit/>
          </a:bodyPr>
          <a:lstStyle/>
          <a:p>
            <a:pPr algn="l"/>
            <a:r>
              <a:rPr lang="en-US" sz="1050" b="1" dirty="0">
                <a:solidFill>
                  <a:srgbClr val="1F2937"/>
                </a:solidFill>
                <a:latin typeface="Segoe UI"/>
                <a:cs typeface="Segoe UI"/>
              </a:rPr>
              <a:t>Open points to confirm</a:t>
            </a:r>
          </a:p>
          <a:p>
            <a:pPr algn="l">
              <a:spcBef>
                <a:spcPts val="500"/>
              </a:spcBef>
            </a:pPr>
            <a:r>
              <a:rPr lang="en-US" sz="950" b="1" dirty="0">
                <a:solidFill>
                  <a:srgbClr val="1F2937"/>
                </a:solidFill>
                <a:latin typeface="Segoe UI"/>
                <a:cs typeface="Segoe UI"/>
              </a:rPr>
              <a:t>1. </a:t>
            </a:r>
            <a:r>
              <a:rPr lang="en-US" sz="950" b="0" dirty="0">
                <a:solidFill>
                  <a:srgbClr val="1F2937"/>
                </a:solidFill>
                <a:latin typeface="Segoe UI"/>
                <a:cs typeface="Segoe UI"/>
              </a:rPr>
              <a:t>Job levels fixed at JL2-JL4, or configurable?</a:t>
            </a:r>
          </a:p>
          <a:p>
            <a:pPr algn="l">
              <a:spcBef>
                <a:spcPts val="500"/>
              </a:spcBef>
            </a:pPr>
            <a:r>
              <a:rPr lang="en-US" sz="950" b="1" dirty="0">
                <a:solidFill>
                  <a:srgbClr val="1F2937"/>
                </a:solidFill>
                <a:latin typeface="Segoe UI"/>
                <a:cs typeface="Segoe UI"/>
              </a:rPr>
              <a:t>2. </a:t>
            </a:r>
            <a:r>
              <a:rPr lang="en-US" sz="950" b="0" dirty="0">
                <a:solidFill>
                  <a:srgbClr val="1F2937"/>
                </a:solidFill>
                <a:latin typeface="Segoe UI"/>
                <a:cs typeface="Segoe UI"/>
              </a:rPr>
              <a:t>Lock per job level, or one lock for the whole table?</a:t>
            </a:r>
          </a:p>
          <a:p>
            <a:pPr algn="l">
              <a:spcBef>
                <a:spcPts val="500"/>
              </a:spcBef>
            </a:pPr>
            <a:r>
              <a:rPr lang="en-US" sz="950" b="1" dirty="0">
                <a:solidFill>
                  <a:srgbClr val="1F2937"/>
                </a:solidFill>
                <a:latin typeface="Segoe UI"/>
                <a:cs typeface="Segoe UI"/>
              </a:rPr>
              <a:t>3. </a:t>
            </a:r>
            <a:r>
              <a:rPr lang="en-US" sz="950" b="0" dirty="0">
                <a:solidFill>
                  <a:srgbClr val="1F2937"/>
                </a:solidFill>
                <a:latin typeface="Segoe UI"/>
                <a:cs typeface="Segoe UI"/>
              </a:rPr>
              <a:t>Who can unlock after sign-off?</a:t>
            </a:r>
          </a:p>
          <a:p>
            <a:pPr algn="l">
              <a:spcBef>
                <a:spcPts val="500"/>
              </a:spcBef>
            </a:pPr>
            <a:r>
              <a:rPr lang="en-US" sz="950" b="1" dirty="0">
                <a:solidFill>
                  <a:srgbClr val="1F2937"/>
                </a:solidFill>
                <a:latin typeface="Segoe UI"/>
                <a:cs typeface="Segoe UI"/>
              </a:rPr>
              <a:t>4. </a:t>
            </a:r>
            <a:r>
              <a:rPr lang="en-US" sz="950" b="0" dirty="0">
                <a:solidFill>
                  <a:srgbClr val="1F2937"/>
                </a:solidFill>
                <a:latin typeface="Segoe UI"/>
                <a:cs typeface="Segoe UI"/>
              </a:rPr>
              <a:t>Does sign-off count as tollgate evidence?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43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E11EDD-1F3F-3C1D-1EAD-122C5E9C1EF9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0723274-8BB9-C013-9CE6-3AF9E6F842A1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2AFD4"/>
          </a:solidFill>
          <a:ln w="12700">
            <a:solidFill>
              <a:srgbClr val="42AF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1EA9444-C96F-3B48-5CE3-90D500C4452D}"/>
              </a:ext>
            </a:extLst>
          </p:cNvPr>
          <p:cNvSpPr/>
          <p:nvPr/>
        </p:nvSpPr>
        <p:spPr>
          <a:xfrm>
            <a:off x="658368" y="914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42AFD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WPM Pulse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924D015-226B-1011-280A-6A2B42B69F85}"/>
              </a:ext>
            </a:extLst>
          </p:cNvPr>
          <p:cNvSpPr/>
          <p:nvPr/>
        </p:nvSpPr>
        <p:spPr>
          <a:xfrm>
            <a:off x="658368" y="1508760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Business Case Tile</a:t>
            </a:r>
            <a:endParaRPr kumimoji="0" lang="en-US" sz="3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B5C9896-3B5D-3601-E22E-85138F4789AB}"/>
              </a:ext>
            </a:extLst>
          </p:cNvPr>
          <p:cNvSpPr/>
          <p:nvPr/>
        </p:nvSpPr>
        <p:spPr>
          <a:xfrm>
            <a:off x="685800" y="295351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D5E8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Visual mock-ups to guide design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9C38BF6-CADD-E8D2-B700-7F7A444EC54C}"/>
              </a:ext>
            </a:extLst>
          </p:cNvPr>
          <p:cNvSpPr/>
          <p:nvPr/>
        </p:nvSpPr>
        <p:spPr>
          <a:xfrm>
            <a:off x="685800" y="59893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AFCA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Design concepts only • Illustrative data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39560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/>
          <p:nvPr/>
        </p:nvSpPr>
        <p:spPr>
          <a:xfrm>
            <a:off x="457200" y="201168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800" b="0" dirty="0">
                <a:solidFill>
                  <a:srgbClr val="000000"/>
                </a:solidFill>
                <a:latin typeface="Segoe UI"/>
                <a:cs typeface="Segoe UI"/>
              </a:rPr>
              <a:t>Business Case (1 of 2)</a:t>
            </a:r>
          </a:p>
        </p:txBody>
      </p:sp>
      <p:sp>
        <p:nvSpPr>
          <p:cNvPr id="4" name="Subtitle"/>
          <p:cNvSpPr/>
          <p:nvPr/>
        </p:nvSpPr>
        <p:spPr>
          <a:xfrm>
            <a:off x="5486400" y="274320"/>
            <a:ext cx="612648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r">
              <a:buNone/>
            </a:pPr>
            <a:r>
              <a:rPr lang="en-US" sz="900" b="0" dirty="0">
                <a:solidFill>
                  <a:srgbClr val="6B7280"/>
                </a:solidFill>
                <a:latin typeface="Segoe UI"/>
                <a:cs typeface="Segoe UI"/>
              </a:rPr>
              <a:t>Mock-up  |  Illustrative data  |  Orange numbers map to the developer guide</a:t>
            </a:r>
          </a:p>
        </p:txBody>
      </p:sp>
      <p:sp>
        <p:nvSpPr>
          <p:cNvPr id="5" name="App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777240"/>
            <a:ext cx="11064240" cy="5897880"/>
          </a:xfrm>
          <a:prstGeom prst="rect">
            <a:avLst/>
          </a:prstGeom>
          <a:solidFill>
            <a:srgbClr val="F3F6FA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6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777240"/>
            <a:ext cx="110642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7" name="Search"/>
          <p:cNvSpPr/>
          <p:nvPr/>
        </p:nvSpPr>
        <p:spPr>
          <a:xfrm>
            <a:off x="731520" y="841248"/>
            <a:ext cx="3657600" cy="256032"/>
          </a:xfrm>
          <a:prstGeom prst="roundRect">
            <a:avLst>
              <a:gd name="adj" fmla="val 20000"/>
            </a:avLst>
          </a:prstGeom>
          <a:solidFill>
            <a:srgbClr val="F3F6FA"/>
          </a:solidFill>
          <a:ln w="9525">
            <a:solidFill>
              <a:srgbClr val="DDE3EC"/>
            </a:solidFill>
          </a:ln>
        </p:spPr>
        <p:txBody>
          <a:bodyPr wrap="square" lIns="91440" tIns="27432" rIns="91440" bIns="27432" rtlCol="0" anchor="ctr">
            <a:noAutofit/>
          </a:bodyPr>
          <a:lstStyle/>
          <a:p>
            <a:pPr algn="l">
              <a:buNone/>
            </a:pPr>
            <a:r>
              <a:rPr lang="en-US" sz="750" b="0" dirty="0">
                <a:solidFill>
                  <a:srgbClr val="6B7280"/>
                </a:solidFill>
                <a:latin typeface="Segoe UI"/>
                <a:cs typeface="Segoe UI"/>
              </a:rPr>
              <a:t>Search project, request, FTE ID...</a:t>
            </a:r>
          </a:p>
        </p:txBody>
      </p:sp>
      <p:sp>
        <p:nvSpPr>
          <p:cNvPr id="8" name="Avatar"/>
          <p:cNvSpPr/>
          <p:nvPr/>
        </p:nvSpPr>
        <p:spPr>
          <a:xfrm>
            <a:off x="10515600" y="841248"/>
            <a:ext cx="256032" cy="256032"/>
          </a:xfrm>
          <a:prstGeom prst="ellipse">
            <a:avLst/>
          </a:prstGeom>
          <a:solidFill>
            <a:srgbClr val="0B2A4A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FFFFFF"/>
                </a:solidFill>
                <a:latin typeface="Segoe UI"/>
                <a:cs typeface="Segoe UI"/>
              </a:rPr>
              <a:t>HJ</a:t>
            </a:r>
          </a:p>
        </p:txBody>
      </p:sp>
      <p:sp>
        <p:nvSpPr>
          <p:cNvPr id="9" name="User name"/>
          <p:cNvSpPr/>
          <p:nvPr/>
        </p:nvSpPr>
        <p:spPr>
          <a:xfrm>
            <a:off x="10808208" y="841248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H. Jacome</a:t>
            </a:r>
          </a:p>
        </p:txBody>
      </p:sp>
      <p:sp>
        <p:nvSpPr>
          <p:cNvPr id="10" name="Breadcrumb"/>
          <p:cNvSpPr/>
          <p:nvPr/>
        </p:nvSpPr>
        <p:spPr>
          <a:xfrm>
            <a:off x="731520" y="1371600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 dirty="0">
                <a:solidFill>
                  <a:srgbClr val="6B7280"/>
                </a:solidFill>
                <a:latin typeface="Segoe UI"/>
                <a:cs typeface="Segoe UI"/>
              </a:rPr>
              <a:t>Projects  &gt;  Ocean EU Hub Migration  &gt;  Business Case</a:t>
            </a:r>
          </a:p>
        </p:txBody>
      </p:sp>
      <p:sp>
        <p:nvSpPr>
          <p:cNvPr id="11" name="Header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1554480"/>
            <a:ext cx="10698480" cy="56692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12" name="Page title"/>
          <p:cNvSpPr/>
          <p:nvPr/>
        </p:nvSpPr>
        <p:spPr>
          <a:xfrm>
            <a:off x="868680" y="1591056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1F2937"/>
                </a:solidFill>
                <a:latin typeface="Segoe UI"/>
                <a:cs typeface="Segoe UI"/>
              </a:rPr>
              <a:t>Business Case</a:t>
            </a:r>
          </a:p>
        </p:txBody>
      </p:sp>
      <p:sp>
        <p:nvSpPr>
          <p:cNvPr id="13" name="Status chip"/>
          <p:cNvSpPr/>
          <p:nvPr/>
        </p:nvSpPr>
        <p:spPr>
          <a:xfrm>
            <a:off x="2514600" y="1645920"/>
            <a:ext cx="822960" cy="201168"/>
          </a:xfrm>
          <a:prstGeom prst="roundRect">
            <a:avLst>
              <a:gd name="adj" fmla="val 50000"/>
            </a:avLst>
          </a:prstGeom>
          <a:solidFill>
            <a:srgbClr val="EAF2FD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 dirty="0">
                <a:solidFill>
                  <a:srgbClr val="1565D8"/>
                </a:solidFill>
                <a:latin typeface="Segoe UI"/>
                <a:cs typeface="Segoe UI"/>
              </a:rPr>
              <a:t>IN PROGRESS</a:t>
            </a:r>
          </a:p>
        </p:txBody>
      </p:sp>
      <p:sp>
        <p:nvSpPr>
          <p:cNvPr id="14" name="Page subtitle"/>
          <p:cNvSpPr/>
          <p:nvPr/>
        </p:nvSpPr>
        <p:spPr>
          <a:xfrm>
            <a:off x="868680" y="1874519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0" dirty="0">
                <a:solidFill>
                  <a:srgbClr val="6B7280"/>
                </a:solidFill>
                <a:latin typeface="Segoe UI"/>
                <a:cs typeface="Segoe UI"/>
              </a:rPr>
              <a:t>Ocean EU Hub Migration  |  PRJ-2026-014  |  Phase: Initiate  |  Last saved 14 Oct 2026, 10:42</a:t>
            </a:r>
          </a:p>
        </p:txBody>
      </p:sp>
      <p:sp>
        <p:nvSpPr>
          <p:cNvPr id="15" name="Export button"/>
          <p:cNvSpPr/>
          <p:nvPr/>
        </p:nvSpPr>
        <p:spPr>
          <a:xfrm>
            <a:off x="9646920" y="1719072"/>
            <a:ext cx="73152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 dirty="0">
                <a:solidFill>
                  <a:srgbClr val="1F2937"/>
                </a:solidFill>
                <a:latin typeface="Segoe UI"/>
                <a:cs typeface="Segoe UI"/>
              </a:rPr>
              <a:t>Export</a:t>
            </a:r>
          </a:p>
        </p:txBody>
      </p:sp>
      <p:sp>
        <p:nvSpPr>
          <p:cNvPr id="16" name="Save draft button"/>
          <p:cNvSpPr/>
          <p:nvPr/>
        </p:nvSpPr>
        <p:spPr>
          <a:xfrm>
            <a:off x="10469880" y="1719072"/>
            <a:ext cx="82296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1565D8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 dirty="0">
                <a:solidFill>
                  <a:srgbClr val="1565D8"/>
                </a:solidFill>
                <a:latin typeface="Segoe UI"/>
                <a:cs typeface="Segoe UI"/>
              </a:rPr>
              <a:t>Save draft</a:t>
            </a:r>
          </a:p>
        </p:txBody>
      </p:sp>
      <p:sp>
        <p:nvSpPr>
          <p:cNvPr id="17" name="Intake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2340864"/>
            <a:ext cx="10698480" cy="188366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18" name="Callout 1" descr="Callout 1 - see developer guide"/>
          <p:cNvSpPr/>
          <p:nvPr/>
        </p:nvSpPr>
        <p:spPr>
          <a:xfrm>
            <a:off x="868680" y="2423160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19" name="Section 1 title"/>
          <p:cNvSpPr/>
          <p:nvPr/>
        </p:nvSpPr>
        <p:spPr>
          <a:xfrm>
            <a:off x="1124712" y="2395728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000" b="1" dirty="0">
                <a:solidFill>
                  <a:srgbClr val="1F2937"/>
                </a:solidFill>
                <a:latin typeface="Segoe UI"/>
                <a:cs typeface="Segoe UI"/>
              </a:rPr>
              <a:t>Migration Intake Data</a:t>
            </a:r>
          </a:p>
        </p:txBody>
      </p:sp>
      <p:sp>
        <p:nvSpPr>
          <p:cNvPr id="20" name="Section 1 chip"/>
          <p:cNvSpPr/>
          <p:nvPr/>
        </p:nvSpPr>
        <p:spPr>
          <a:xfrm>
            <a:off x="2971800" y="2432304"/>
            <a:ext cx="1600200" cy="182880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 dirty="0">
                <a:solidFill>
                  <a:srgbClr val="1E8E3E"/>
                </a:solidFill>
                <a:latin typeface="Segoe UI"/>
                <a:cs typeface="Segoe UI"/>
              </a:rPr>
              <a:t>EDITABLE  |  SYNCS TO INTAKE</a:t>
            </a:r>
          </a:p>
        </p:txBody>
      </p:sp>
      <p:sp>
        <p:nvSpPr>
          <p:cNvPr id="21" name="Section 1 source"/>
          <p:cNvSpPr/>
          <p:nvPr/>
        </p:nvSpPr>
        <p:spPr>
          <a:xfrm>
            <a:off x="4663440" y="239572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 dirty="0">
                <a:solidFill>
                  <a:srgbClr val="6B7280"/>
                </a:solidFill>
                <a:latin typeface="Segoe UI"/>
                <a:cs typeface="Segoe UI"/>
              </a:rPr>
              <a:t>Source of truth: Migration Intake</a:t>
            </a:r>
          </a:p>
        </p:txBody>
      </p:sp>
      <p:sp>
        <p:nvSpPr>
          <p:cNvPr id="22" name="Change history button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006840" y="2414016"/>
            <a:ext cx="123444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 dirty="0">
                <a:solidFill>
                  <a:srgbClr val="1F2937"/>
                </a:solidFill>
                <a:latin typeface="Segoe UI"/>
                <a:cs typeface="Segoe UI"/>
              </a:rPr>
              <a:t>View change history</a:t>
            </a:r>
          </a:p>
        </p:txBody>
      </p:sp>
      <p:sp>
        <p:nvSpPr>
          <p:cNvPr id="23" name="Edit intake button"/>
          <p:cNvSpPr/>
          <p:nvPr/>
        </p:nvSpPr>
        <p:spPr>
          <a:xfrm>
            <a:off x="10332720" y="2414016"/>
            <a:ext cx="96012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1565D8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 dirty="0">
                <a:solidFill>
                  <a:srgbClr val="1565D8"/>
                </a:solidFill>
                <a:latin typeface="Segoe UI"/>
                <a:cs typeface="Segoe UI"/>
              </a:rPr>
              <a:t>Edit</a:t>
            </a:r>
          </a:p>
        </p:txBody>
      </p:sp>
      <p:sp>
        <p:nvSpPr>
          <p:cNvPr id="24" name="Label Migration title / project name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868680" y="2724912"/>
            <a:ext cx="25146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MIGRATION TITLE / PROJECT NAME</a:t>
            </a:r>
          </a:p>
        </p:txBody>
      </p:sp>
      <p:sp>
        <p:nvSpPr>
          <p:cNvPr id="25" name="Value Migration title / project name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868680" y="2880360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0" dirty="0">
                <a:solidFill>
                  <a:srgbClr val="1F2937"/>
                </a:solidFill>
                <a:latin typeface="Segoe UI"/>
                <a:cs typeface="Segoe UI"/>
              </a:rPr>
              <a:t>Ocean EU Hub Migration</a:t>
            </a:r>
          </a:p>
        </p:txBody>
      </p:sp>
      <p:sp>
        <p:nvSpPr>
          <p:cNvPr id="26" name="Label Migration type"/>
          <p:cNvSpPr/>
          <p:nvPr/>
        </p:nvSpPr>
        <p:spPr>
          <a:xfrm>
            <a:off x="3493008" y="2724912"/>
            <a:ext cx="25146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MIGRATION TYPE</a:t>
            </a:r>
          </a:p>
        </p:txBody>
      </p:sp>
      <p:sp>
        <p:nvSpPr>
          <p:cNvPr id="27" name="Value Migration type"/>
          <p:cNvSpPr/>
          <p:nvPr/>
        </p:nvSpPr>
        <p:spPr>
          <a:xfrm>
            <a:off x="3493008" y="2880360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0" dirty="0">
                <a:solidFill>
                  <a:srgbClr val="1F2937"/>
                </a:solidFill>
                <a:latin typeface="Segoe UI"/>
                <a:cs typeface="Segoe UI"/>
              </a:rPr>
              <a:t>1:1 migration</a:t>
            </a:r>
          </a:p>
        </p:txBody>
      </p:sp>
      <p:sp>
        <p:nvSpPr>
          <p:cNvPr id="28" name="Label Function"/>
          <p:cNvSpPr/>
          <p:nvPr/>
        </p:nvSpPr>
        <p:spPr>
          <a:xfrm>
            <a:off x="6117336" y="2724912"/>
            <a:ext cx="25146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FUNCTION</a:t>
            </a:r>
          </a:p>
        </p:txBody>
      </p:sp>
      <p:sp>
        <p:nvSpPr>
          <p:cNvPr id="29" name="Value Function"/>
          <p:cNvSpPr/>
          <p:nvPr/>
        </p:nvSpPr>
        <p:spPr>
          <a:xfrm>
            <a:off x="6117336" y="2880360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0" dirty="0">
                <a:solidFill>
                  <a:srgbClr val="1F2937"/>
                </a:solidFill>
                <a:latin typeface="Segoe UI"/>
                <a:cs typeface="Segoe UI"/>
              </a:rPr>
              <a:t>Ocean</a:t>
            </a:r>
          </a:p>
        </p:txBody>
      </p:sp>
      <p:sp>
        <p:nvSpPr>
          <p:cNvPr id="30" name="Label Process"/>
          <p:cNvSpPr/>
          <p:nvPr/>
        </p:nvSpPr>
        <p:spPr>
          <a:xfrm>
            <a:off x="8741663" y="2724912"/>
            <a:ext cx="25146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PROCESS</a:t>
            </a:r>
          </a:p>
        </p:txBody>
      </p:sp>
      <p:sp>
        <p:nvSpPr>
          <p:cNvPr id="31" name="Value Process"/>
          <p:cNvSpPr/>
          <p:nvPr/>
        </p:nvSpPr>
        <p:spPr>
          <a:xfrm>
            <a:off x="8741663" y="2880360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0" dirty="0">
                <a:solidFill>
                  <a:srgbClr val="1F2937"/>
                </a:solidFill>
                <a:latin typeface="Segoe UI"/>
                <a:cs typeface="Segoe UI"/>
              </a:rPr>
              <a:t>Order-to-cash &amp; documentation</a:t>
            </a:r>
          </a:p>
        </p:txBody>
      </p:sp>
      <p:sp>
        <p:nvSpPr>
          <p:cNvPr id="32" name="Label Source location"/>
          <p:cNvSpPr/>
          <p:nvPr/>
        </p:nvSpPr>
        <p:spPr>
          <a:xfrm>
            <a:off x="868680" y="3127248"/>
            <a:ext cx="25146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SOURCE LOCATION</a:t>
            </a:r>
          </a:p>
        </p:txBody>
      </p:sp>
      <p:sp>
        <p:nvSpPr>
          <p:cNvPr id="33" name="Value Source location"/>
          <p:cNvSpPr/>
          <p:nvPr/>
        </p:nvSpPr>
        <p:spPr>
          <a:xfrm>
            <a:off x="868680" y="3282696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0" dirty="0">
                <a:solidFill>
                  <a:srgbClr val="1F2937"/>
                </a:solidFill>
                <a:latin typeface="Segoe UI"/>
                <a:cs typeface="Segoe UI"/>
              </a:rPr>
              <a:t>Copenhagen, Denmark</a:t>
            </a:r>
          </a:p>
        </p:txBody>
      </p:sp>
      <p:sp>
        <p:nvSpPr>
          <p:cNvPr id="34" name="Label Destination GSC site"/>
          <p:cNvSpPr/>
          <p:nvPr/>
        </p:nvSpPr>
        <p:spPr>
          <a:xfrm>
            <a:off x="3493008" y="3127248"/>
            <a:ext cx="25146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DESTINATION GSC SITE</a:t>
            </a:r>
          </a:p>
        </p:txBody>
      </p:sp>
      <p:sp>
        <p:nvSpPr>
          <p:cNvPr id="35" name="Value Destination GSC site"/>
          <p:cNvSpPr/>
          <p:nvPr/>
        </p:nvSpPr>
        <p:spPr>
          <a:xfrm>
            <a:off x="3493008" y="3282696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0" dirty="0">
                <a:solidFill>
                  <a:srgbClr val="1F2937"/>
                </a:solidFill>
                <a:latin typeface="Segoe UI"/>
                <a:cs typeface="Segoe UI"/>
              </a:rPr>
              <a:t>GSC Mumbai</a:t>
            </a:r>
          </a:p>
        </p:txBody>
      </p:sp>
      <p:sp>
        <p:nvSpPr>
          <p:cNvPr id="36" name="Label Business owner"/>
          <p:cNvSpPr/>
          <p:nvPr/>
        </p:nvSpPr>
        <p:spPr>
          <a:xfrm>
            <a:off x="6117336" y="3127248"/>
            <a:ext cx="25146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BUSINESS OWNER</a:t>
            </a:r>
          </a:p>
        </p:txBody>
      </p:sp>
      <p:sp>
        <p:nvSpPr>
          <p:cNvPr id="37" name="Value Business owner"/>
          <p:cNvSpPr/>
          <p:nvPr/>
        </p:nvSpPr>
        <p:spPr>
          <a:xfrm>
            <a:off x="6117336" y="3282696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0" dirty="0">
                <a:solidFill>
                  <a:srgbClr val="1F2937"/>
                </a:solidFill>
                <a:latin typeface="Segoe UI"/>
                <a:cs typeface="Segoe UI"/>
              </a:rPr>
              <a:t>M. Hansen, Head of Ocean Ops EUR</a:t>
            </a:r>
          </a:p>
        </p:txBody>
      </p:sp>
      <p:sp>
        <p:nvSpPr>
          <p:cNvPr id="38" name="Label Target timeline"/>
          <p:cNvSpPr/>
          <p:nvPr/>
        </p:nvSpPr>
        <p:spPr>
          <a:xfrm>
            <a:off x="8741663" y="3127248"/>
            <a:ext cx="25146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TARGET TIMELINE</a:t>
            </a:r>
          </a:p>
        </p:txBody>
      </p:sp>
      <p:sp>
        <p:nvSpPr>
          <p:cNvPr id="39" name="Value Target timeline"/>
          <p:cNvSpPr/>
          <p:nvPr/>
        </p:nvSpPr>
        <p:spPr>
          <a:xfrm>
            <a:off x="8741663" y="3282696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0" dirty="0">
                <a:solidFill>
                  <a:srgbClr val="1F2937"/>
                </a:solidFill>
                <a:latin typeface="Segoe UI"/>
                <a:cs typeface="Segoe UI"/>
              </a:rPr>
              <a:t>Feb 2027 - Jun 2027</a:t>
            </a:r>
          </a:p>
        </p:txBody>
      </p:sp>
      <p:sp>
        <p:nvSpPr>
          <p:cNvPr id="40" name="Label Initial migration rationale"/>
          <p:cNvSpPr/>
          <p:nvPr/>
        </p:nvSpPr>
        <p:spPr>
          <a:xfrm>
            <a:off x="868680" y="3529584"/>
            <a:ext cx="25146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INITIAL MIGRATION RATIONALE</a:t>
            </a:r>
          </a:p>
        </p:txBody>
      </p:sp>
      <p:sp>
        <p:nvSpPr>
          <p:cNvPr id="41" name="Value Initial migration rationale"/>
          <p:cNvSpPr/>
          <p:nvPr/>
        </p:nvSpPr>
        <p:spPr>
          <a:xfrm>
            <a:off x="868680" y="3685032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0" dirty="0">
                <a:solidFill>
                  <a:srgbClr val="1F2937"/>
                </a:solidFill>
                <a:latin typeface="Segoe UI"/>
                <a:cs typeface="Segoe UI"/>
              </a:rPr>
              <a:t>Consolidate EU hub work in GSC</a:t>
            </a:r>
          </a:p>
        </p:txBody>
      </p:sp>
      <p:sp>
        <p:nvSpPr>
          <p:cNvPr id="42" name="Label Other intake attributes"/>
          <p:cNvSpPr/>
          <p:nvPr/>
        </p:nvSpPr>
        <p:spPr>
          <a:xfrm>
            <a:off x="3493008" y="3529584"/>
            <a:ext cx="25146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OTHER INTAKE ATTRIBUTES</a:t>
            </a:r>
          </a:p>
        </p:txBody>
      </p:sp>
      <p:sp>
        <p:nvSpPr>
          <p:cNvPr id="43" name="Value Other intake attributes"/>
          <p:cNvSpPr/>
          <p:nvPr/>
        </p:nvSpPr>
        <p:spPr>
          <a:xfrm>
            <a:off x="3493008" y="3685032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0" dirty="0">
                <a:solidFill>
                  <a:srgbClr val="1F2937"/>
                </a:solidFill>
                <a:latin typeface="Segoe UI"/>
                <a:cs typeface="Segoe UI"/>
              </a:rPr>
              <a:t>Region EUR  |  Area North Europe</a:t>
            </a:r>
          </a:p>
        </p:txBody>
      </p:sp>
      <p:sp>
        <p:nvSpPr>
          <p:cNvPr id="44" name="Sync banner"/>
          <p:cNvSpPr/>
          <p:nvPr/>
        </p:nvSpPr>
        <p:spPr>
          <a:xfrm>
            <a:off x="868680" y="3931920"/>
            <a:ext cx="10424160" cy="237744"/>
          </a:xfrm>
          <a:prstGeom prst="roundRect">
            <a:avLst>
              <a:gd name="adj" fmla="val 20000"/>
            </a:avLst>
          </a:prstGeom>
          <a:solidFill>
            <a:srgbClr val="FFF4E0"/>
          </a:solidFill>
          <a:ln>
            <a:noFill/>
          </a:ln>
        </p:spPr>
        <p:txBody>
          <a:bodyPr wrap="square" lIns="91440" tIns="27432" rIns="91440" bIns="27432" rtlCol="0" anchor="ctr">
            <a:noAutofit/>
          </a:bodyPr>
          <a:lstStyle/>
          <a:p>
            <a:pPr algn="l">
              <a:buNone/>
            </a:pPr>
            <a:r>
              <a:rPr lang="en-US" sz="700" b="1" dirty="0">
                <a:solidFill>
                  <a:srgbClr val="B26A00"/>
                </a:solidFill>
                <a:latin typeface="Segoe UI"/>
                <a:cs typeface="Segoe UI"/>
              </a:rPr>
              <a:t>Target timeline edited 14 Oct 2026 by H. Jacome.  </a:t>
            </a:r>
            <a:r>
              <a:rPr lang="en-US" sz="700" b="0" dirty="0">
                <a:solidFill>
                  <a:srgbClr val="B26A00"/>
                </a:solidFill>
                <a:latin typeface="Segoe UI"/>
                <a:cs typeface="Segoe UI"/>
              </a:rPr>
              <a:t>Synced to Migration Intake and Project Attributes; financials refreshed; Opportunity Assessment approval flagged for review.</a:t>
            </a:r>
          </a:p>
        </p:txBody>
      </p:sp>
      <p:sp>
        <p:nvSpPr>
          <p:cNvPr id="45" name="Scope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4315968"/>
            <a:ext cx="10698480" cy="226771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46" name="Callout 2" descr="Callout 2 - see developer guide"/>
          <p:cNvSpPr/>
          <p:nvPr/>
        </p:nvSpPr>
        <p:spPr>
          <a:xfrm>
            <a:off x="868680" y="4398264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47" name="Section 2 title"/>
          <p:cNvSpPr/>
          <p:nvPr/>
        </p:nvSpPr>
        <p:spPr>
          <a:xfrm>
            <a:off x="1124712" y="4370832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000" b="1" dirty="0">
                <a:solidFill>
                  <a:srgbClr val="1F2937"/>
                </a:solidFill>
                <a:latin typeface="Segoe UI"/>
                <a:cs typeface="Segoe UI"/>
              </a:rPr>
              <a:t>Scope Data</a:t>
            </a:r>
          </a:p>
        </p:txBody>
      </p:sp>
      <p:sp>
        <p:nvSpPr>
          <p:cNvPr id="48" name="Section 2 chip"/>
          <p:cNvSpPr/>
          <p:nvPr/>
        </p:nvSpPr>
        <p:spPr>
          <a:xfrm>
            <a:off x="2971800" y="4407408"/>
            <a:ext cx="1600200" cy="18288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READ-ONLY  |  OWNED BY SCOPE</a:t>
            </a:r>
          </a:p>
        </p:txBody>
      </p:sp>
      <p:sp>
        <p:nvSpPr>
          <p:cNvPr id="49" name="Section 2 source"/>
          <p:cNvSpPr/>
          <p:nvPr/>
        </p:nvSpPr>
        <p:spPr>
          <a:xfrm>
            <a:off x="4663440" y="4370832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 dirty="0">
                <a:solidFill>
                  <a:srgbClr val="6B7280"/>
                </a:solidFill>
                <a:latin typeface="Segoe UI"/>
                <a:cs typeface="Segoe UI"/>
              </a:rPr>
              <a:t>Source of truth: Scope artifact</a:t>
            </a:r>
          </a:p>
        </p:txBody>
      </p:sp>
      <p:sp>
        <p:nvSpPr>
          <p:cNvPr id="50" name="Scope approval history button"/>
          <p:cNvSpPr/>
          <p:nvPr/>
        </p:nvSpPr>
        <p:spPr>
          <a:xfrm>
            <a:off x="8778240" y="4389120"/>
            <a:ext cx="146304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 dirty="0">
                <a:solidFill>
                  <a:srgbClr val="1F2937"/>
                </a:solidFill>
                <a:latin typeface="Segoe UI"/>
                <a:cs typeface="Segoe UI"/>
              </a:rPr>
              <a:t>View approval history</a:t>
            </a:r>
          </a:p>
        </p:txBody>
      </p:sp>
      <p:sp>
        <p:nvSpPr>
          <p:cNvPr id="51" name="Go to Scope button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0332720" y="4389120"/>
            <a:ext cx="960120" cy="237744"/>
          </a:xfrm>
          <a:prstGeom prst="roundRect">
            <a:avLst>
              <a:gd name="adj" fmla="val 15000"/>
            </a:avLst>
          </a:prstGeom>
          <a:solidFill>
            <a:srgbClr val="1565D8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 dirty="0">
                <a:solidFill>
                  <a:srgbClr val="FFFFFF"/>
                </a:solidFill>
                <a:latin typeface="Segoe UI"/>
                <a:cs typeface="Segoe UI"/>
              </a:rPr>
              <a:t>Go to Scope  &gt;</a:t>
            </a:r>
          </a:p>
        </p:txBody>
      </p:sp>
      <p:sp>
        <p:nvSpPr>
          <p:cNvPr id="53" name="Scope status chip"/>
          <p:cNvSpPr/>
          <p:nvPr/>
        </p:nvSpPr>
        <p:spPr>
          <a:xfrm>
            <a:off x="868680" y="4700016"/>
            <a:ext cx="1325880" cy="182880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 dirty="0">
                <a:solidFill>
                  <a:srgbClr val="1E8E3E"/>
                </a:solidFill>
                <a:latin typeface="Segoe UI"/>
                <a:cs typeface="Segoe UI"/>
              </a:rPr>
              <a:t>SCOPE: SIGNED OFF</a:t>
            </a:r>
          </a:p>
        </p:txBody>
      </p:sp>
      <p:sp>
        <p:nvSpPr>
          <p:cNvPr id="54" name="Scope approval chip"/>
          <p:cNvSpPr/>
          <p:nvPr/>
        </p:nvSpPr>
        <p:spPr>
          <a:xfrm>
            <a:off x="2286000" y="4700016"/>
            <a:ext cx="2103120" cy="182880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 dirty="0">
                <a:solidFill>
                  <a:srgbClr val="1E8E3E"/>
                </a:solidFill>
                <a:latin typeface="Segoe UI"/>
                <a:cs typeface="Segoe UI"/>
              </a:rPr>
              <a:t>APPROVAL: APPROVED 12 OCT 2026</a:t>
            </a:r>
          </a:p>
        </p:txBody>
      </p:sp>
      <p:sp>
        <p:nvSpPr>
          <p:cNvPr id="55" name="Activities text"/>
          <p:cNvSpPr/>
          <p:nvPr/>
        </p:nvSpPr>
        <p:spPr>
          <a:xfrm>
            <a:off x="868680" y="4937760"/>
            <a:ext cx="3657600" cy="1600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t">
            <a:noAutofit/>
          </a:bodyPr>
          <a:lstStyle/>
          <a:p>
            <a:pPr algn="l"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ACTIVITIES IN SCOPE</a:t>
            </a:r>
          </a:p>
          <a:p>
            <a:pPr marL="114300" indent="-114300" algn="l">
              <a:buFont typeface="Arial"/>
              <a:buChar char="•"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Booking amendments</a:t>
            </a:r>
          </a:p>
          <a:p>
            <a:pPr marL="114300" indent="-114300" algn="l">
              <a:buFont typeface="Arial"/>
              <a:buChar char="•"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Documentation validation</a:t>
            </a:r>
          </a:p>
          <a:p>
            <a:pPr marL="114300" indent="-114300" algn="l">
              <a:buFont typeface="Arial"/>
              <a:buChar char="•"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Invoicing support (EUR trades)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ACTIVITIES OUT OF SCOPE</a:t>
            </a:r>
          </a:p>
          <a:p>
            <a:pPr marL="114300" indent="-114300" algn="l">
              <a:buFont typeface="Arial"/>
              <a:buChar char="•"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Customer escalations; local customs filing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ASSUMPTIONS</a:t>
            </a:r>
          </a:p>
          <a:p>
            <a:pPr algn="l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Volumes stable at FY2026 levels; English-only</a:t>
            </a:r>
          </a:p>
        </p:txBody>
      </p:sp>
      <p:sp>
        <p:nvSpPr>
          <p:cNvPr id="56" name="HC label"/>
          <p:cNvSpPr/>
          <p:nvPr/>
        </p:nvSpPr>
        <p:spPr>
          <a:xfrm>
            <a:off x="4709160" y="4937760"/>
            <a:ext cx="30175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TOTAL HEADCOUNT (FINAL, LOCKED)</a:t>
            </a:r>
          </a:p>
        </p:txBody>
      </p:sp>
      <p:sp>
        <p:nvSpPr>
          <p:cNvPr id="57" name="HC value"/>
          <p:cNvSpPr/>
          <p:nvPr/>
        </p:nvSpPr>
        <p:spPr>
          <a:xfrm>
            <a:off x="4709160" y="5084064"/>
            <a:ext cx="109728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500" b="1" dirty="0">
                <a:solidFill>
                  <a:srgbClr val="0B2A4A"/>
                </a:solidFill>
                <a:latin typeface="Segoe UI"/>
                <a:cs typeface="Segoe UI"/>
              </a:rPr>
              <a:t>98 FTE</a:t>
            </a:r>
          </a:p>
        </p:txBody>
      </p:sp>
      <p:sp>
        <p:nvSpPr>
          <p:cNvPr id="58" name="JL label"/>
          <p:cNvSpPr/>
          <p:nvPr/>
        </p:nvSpPr>
        <p:spPr>
          <a:xfrm>
            <a:off x="4709160" y="5440680"/>
            <a:ext cx="30175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HEADCOUNT BY JOB LEVEL / DISTRIBUTION</a:t>
            </a:r>
          </a:p>
        </p:txBody>
      </p:sp>
      <p:sp>
        <p:nvSpPr>
          <p:cNvPr id="59" name="JL2 name"/>
          <p:cNvSpPr/>
          <p:nvPr/>
        </p:nvSpPr>
        <p:spPr>
          <a:xfrm>
            <a:off x="4709160" y="564184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1" dirty="0">
                <a:solidFill>
                  <a:srgbClr val="1F2937"/>
                </a:solidFill>
                <a:latin typeface="Segoe UI"/>
                <a:cs typeface="Segoe UI"/>
              </a:rPr>
              <a:t>JL2</a:t>
            </a:r>
          </a:p>
        </p:txBody>
      </p:sp>
      <p:sp>
        <p:nvSpPr>
          <p:cNvPr id="60" name="JL2 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20640" y="5696712"/>
            <a:ext cx="1828800" cy="100584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61" name="JL2 bar" descr="JL2: 58 FTE"/>
          <p:cNvSpPr/>
          <p:nvPr/>
        </p:nvSpPr>
        <p:spPr>
          <a:xfrm>
            <a:off x="5120640" y="5696712"/>
            <a:ext cx="1737360" cy="100584"/>
          </a:xfrm>
          <a:prstGeom prst="roundRect">
            <a:avLst>
              <a:gd name="adj" fmla="val 50000"/>
            </a:avLst>
          </a:prstGeom>
          <a:solidFill>
            <a:srgbClr val="1565D8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62" name="JL2 value"/>
          <p:cNvSpPr/>
          <p:nvPr/>
        </p:nvSpPr>
        <p:spPr>
          <a:xfrm>
            <a:off x="7040880" y="56418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58  (59%)</a:t>
            </a:r>
          </a:p>
        </p:txBody>
      </p:sp>
      <p:sp>
        <p:nvSpPr>
          <p:cNvPr id="63" name="JL3 name"/>
          <p:cNvSpPr/>
          <p:nvPr/>
        </p:nvSpPr>
        <p:spPr>
          <a:xfrm>
            <a:off x="4709160" y="591616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1" dirty="0">
                <a:solidFill>
                  <a:srgbClr val="1F2937"/>
                </a:solidFill>
                <a:latin typeface="Segoe UI"/>
                <a:cs typeface="Segoe UI"/>
              </a:rPr>
              <a:t>JL3</a:t>
            </a:r>
          </a:p>
        </p:txBody>
      </p:sp>
      <p:sp>
        <p:nvSpPr>
          <p:cNvPr id="64" name="JL3 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20640" y="5971031"/>
            <a:ext cx="1828800" cy="100584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65" name="JL3 bar" descr="JL3: 30 FTE"/>
          <p:cNvSpPr/>
          <p:nvPr/>
        </p:nvSpPr>
        <p:spPr>
          <a:xfrm>
            <a:off x="5120640" y="5971031"/>
            <a:ext cx="898634" cy="100584"/>
          </a:xfrm>
          <a:prstGeom prst="roundRect">
            <a:avLst>
              <a:gd name="adj" fmla="val 50000"/>
            </a:avLst>
          </a:prstGeom>
          <a:solidFill>
            <a:srgbClr val="1565D8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66" name="JL3 value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040880" y="591616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30  (31%)</a:t>
            </a:r>
          </a:p>
        </p:txBody>
      </p:sp>
      <p:sp>
        <p:nvSpPr>
          <p:cNvPr id="67" name="JL4 name"/>
          <p:cNvSpPr/>
          <p:nvPr/>
        </p:nvSpPr>
        <p:spPr>
          <a:xfrm>
            <a:off x="4709160" y="619048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1" dirty="0">
                <a:solidFill>
                  <a:srgbClr val="1F2937"/>
                </a:solidFill>
                <a:latin typeface="Segoe UI"/>
                <a:cs typeface="Segoe UI"/>
              </a:rPr>
              <a:t>JL4</a:t>
            </a:r>
          </a:p>
        </p:txBody>
      </p:sp>
      <p:sp>
        <p:nvSpPr>
          <p:cNvPr id="68" name="JL4 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20640" y="6245351"/>
            <a:ext cx="1828800" cy="100584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69" name="JL4 bar" descr="JL4: 10 FTE"/>
          <p:cNvSpPr/>
          <p:nvPr/>
        </p:nvSpPr>
        <p:spPr>
          <a:xfrm>
            <a:off x="5120640" y="6245351"/>
            <a:ext cx="299544" cy="100584"/>
          </a:xfrm>
          <a:prstGeom prst="roundRect">
            <a:avLst>
              <a:gd name="adj" fmla="val 50000"/>
            </a:avLst>
          </a:prstGeom>
          <a:solidFill>
            <a:srgbClr val="1565D8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70" name="JL4 value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040880" y="619048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10  (10%)</a:t>
            </a:r>
          </a:p>
        </p:txBody>
      </p:sp>
      <p:sp>
        <p:nvSpPr>
          <p:cNvPr id="71" name="Waves label"/>
          <p:cNvSpPr/>
          <p:nvPr/>
        </p:nvSpPr>
        <p:spPr>
          <a:xfrm>
            <a:off x="8092440" y="4937760"/>
            <a:ext cx="310896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MIGRATION WAVES</a:t>
            </a:r>
          </a:p>
        </p:txBody>
      </p:sp>
      <p:sp>
        <p:nvSpPr>
          <p:cNvPr id="72" name="Wave 1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92440" y="5138928"/>
            <a:ext cx="3200400" cy="36576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73" name="Wave 1 name"/>
          <p:cNvSpPr/>
          <p:nvPr/>
        </p:nvSpPr>
        <p:spPr>
          <a:xfrm>
            <a:off x="8183879" y="5157216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1" dirty="0">
                <a:solidFill>
                  <a:srgbClr val="1F2937"/>
                </a:solidFill>
                <a:latin typeface="Segoe UI"/>
                <a:cs typeface="Segoe UI"/>
              </a:rPr>
              <a:t>Wave 1  |  Feb 2027</a:t>
            </a:r>
          </a:p>
        </p:txBody>
      </p:sp>
      <p:sp>
        <p:nvSpPr>
          <p:cNvPr id="74" name="Wave 1 detail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8183879" y="5312664"/>
            <a:ext cx="301752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 dirty="0">
                <a:solidFill>
                  <a:srgbClr val="6B7280"/>
                </a:solidFill>
                <a:latin typeface="Segoe UI"/>
                <a:cs typeface="Segoe UI"/>
              </a:rPr>
              <a:t>50 FTE  |  JL2, JL3</a:t>
            </a:r>
          </a:p>
        </p:txBody>
      </p:sp>
      <p:sp>
        <p:nvSpPr>
          <p:cNvPr id="75" name="Wave 2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92440" y="5559552"/>
            <a:ext cx="3200400" cy="36576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76" name="Wave 2 name"/>
          <p:cNvSpPr/>
          <p:nvPr/>
        </p:nvSpPr>
        <p:spPr>
          <a:xfrm>
            <a:off x="8183879" y="5577840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1" dirty="0">
                <a:solidFill>
                  <a:srgbClr val="1F2937"/>
                </a:solidFill>
                <a:latin typeface="Segoe UI"/>
                <a:cs typeface="Segoe UI"/>
              </a:rPr>
              <a:t>Wave 2  |  Apr 2027</a:t>
            </a:r>
          </a:p>
        </p:txBody>
      </p:sp>
      <p:sp>
        <p:nvSpPr>
          <p:cNvPr id="77" name="Wave 2 detail"/>
          <p:cNvSpPr/>
          <p:nvPr/>
        </p:nvSpPr>
        <p:spPr>
          <a:xfrm>
            <a:off x="8183879" y="5733288"/>
            <a:ext cx="301752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 dirty="0">
                <a:solidFill>
                  <a:srgbClr val="6B7280"/>
                </a:solidFill>
                <a:latin typeface="Segoe UI"/>
                <a:cs typeface="Segoe UI"/>
              </a:rPr>
              <a:t>48 FTE  |  JL2, JL3, JL4</a:t>
            </a:r>
          </a:p>
        </p:txBody>
      </p:sp>
      <p:sp>
        <p:nvSpPr>
          <p:cNvPr id="78" name="Scope note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8092440" y="603504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t">
            <a:noAutofit/>
          </a:bodyPr>
          <a:lstStyle/>
          <a:p>
            <a:pPr algn="l">
              <a:buNone/>
            </a:pPr>
            <a:r>
              <a:rPr lang="en-US" sz="700" b="0" dirty="0">
                <a:solidFill>
                  <a:srgbClr val="6B7280"/>
                </a:solidFill>
                <a:latin typeface="Segoe UI"/>
                <a:cs typeface="Segoe UI"/>
              </a:rPr>
              <a:t>No edit controls here. Scope changes are made in the Scope artifact and refresh this view automatically.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/>
          <p:nvPr/>
        </p:nvSpPr>
        <p:spPr>
          <a:xfrm>
            <a:off x="457200" y="201168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800" b="0" dirty="0">
                <a:solidFill>
                  <a:srgbClr val="000000"/>
                </a:solidFill>
                <a:latin typeface="Segoe UI"/>
                <a:cs typeface="Segoe UI"/>
              </a:rPr>
              <a:t>Business Case (2 of 2)</a:t>
            </a:r>
          </a:p>
        </p:txBody>
      </p:sp>
      <p:sp>
        <p:nvSpPr>
          <p:cNvPr id="4" name="Subtitle"/>
          <p:cNvSpPr/>
          <p:nvPr/>
        </p:nvSpPr>
        <p:spPr>
          <a:xfrm>
            <a:off x="5486400" y="274320"/>
            <a:ext cx="612648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r">
              <a:buNone/>
            </a:pPr>
            <a:r>
              <a:rPr lang="en-US" sz="900" b="0" dirty="0">
                <a:solidFill>
                  <a:srgbClr val="6B7280"/>
                </a:solidFill>
                <a:latin typeface="Segoe UI"/>
                <a:cs typeface="Segoe UI"/>
              </a:rPr>
              <a:t>Mock-up  |  Illustrative data  |  Same page, scrolled to Financials and Business Case details</a:t>
            </a:r>
          </a:p>
        </p:txBody>
      </p:sp>
      <p:sp>
        <p:nvSpPr>
          <p:cNvPr id="5" name="App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777240"/>
            <a:ext cx="11064240" cy="5897880"/>
          </a:xfrm>
          <a:prstGeom prst="rect">
            <a:avLst/>
          </a:prstGeom>
          <a:solidFill>
            <a:srgbClr val="F3F6FA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6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777240"/>
            <a:ext cx="110642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7" name="Search"/>
          <p:cNvSpPr/>
          <p:nvPr/>
        </p:nvSpPr>
        <p:spPr>
          <a:xfrm>
            <a:off x="731520" y="841248"/>
            <a:ext cx="3657600" cy="256032"/>
          </a:xfrm>
          <a:prstGeom prst="roundRect">
            <a:avLst>
              <a:gd name="adj" fmla="val 20000"/>
            </a:avLst>
          </a:prstGeom>
          <a:solidFill>
            <a:srgbClr val="F3F6FA"/>
          </a:solidFill>
          <a:ln w="9525">
            <a:solidFill>
              <a:srgbClr val="DDE3EC"/>
            </a:solidFill>
          </a:ln>
        </p:spPr>
        <p:txBody>
          <a:bodyPr wrap="square" lIns="91440" tIns="27432" rIns="91440" bIns="27432" rtlCol="0" anchor="ctr">
            <a:noAutofit/>
          </a:bodyPr>
          <a:lstStyle/>
          <a:p>
            <a:pPr algn="l">
              <a:buNone/>
            </a:pPr>
            <a:r>
              <a:rPr lang="en-US" sz="750" b="0" dirty="0">
                <a:solidFill>
                  <a:srgbClr val="6B7280"/>
                </a:solidFill>
                <a:latin typeface="Segoe UI"/>
                <a:cs typeface="Segoe UI"/>
              </a:rPr>
              <a:t>Search project, request, FTE ID...</a:t>
            </a:r>
          </a:p>
        </p:txBody>
      </p:sp>
      <p:sp>
        <p:nvSpPr>
          <p:cNvPr id="8" name="Avatar"/>
          <p:cNvSpPr/>
          <p:nvPr/>
        </p:nvSpPr>
        <p:spPr>
          <a:xfrm>
            <a:off x="10515600" y="841248"/>
            <a:ext cx="256032" cy="256032"/>
          </a:xfrm>
          <a:prstGeom prst="ellipse">
            <a:avLst/>
          </a:prstGeom>
          <a:solidFill>
            <a:srgbClr val="0B2A4A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FFFFFF"/>
                </a:solidFill>
                <a:latin typeface="Segoe UI"/>
                <a:cs typeface="Segoe UI"/>
              </a:rPr>
              <a:t>HJ</a:t>
            </a:r>
          </a:p>
        </p:txBody>
      </p:sp>
      <p:sp>
        <p:nvSpPr>
          <p:cNvPr id="9" name="User name"/>
          <p:cNvSpPr/>
          <p:nvPr/>
        </p:nvSpPr>
        <p:spPr>
          <a:xfrm>
            <a:off x="10808208" y="841248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H. Jacome</a:t>
            </a:r>
          </a:p>
        </p:txBody>
      </p:sp>
      <p:sp>
        <p:nvSpPr>
          <p:cNvPr id="10" name="Breadcrumb"/>
          <p:cNvSpPr/>
          <p:nvPr/>
        </p:nvSpPr>
        <p:spPr>
          <a:xfrm>
            <a:off x="731520" y="1371600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 dirty="0">
                <a:solidFill>
                  <a:srgbClr val="6B7280"/>
                </a:solidFill>
                <a:latin typeface="Segoe UI"/>
                <a:cs typeface="Segoe UI"/>
              </a:rPr>
              <a:t>Projects  &gt;  Ocean EU Hub Migration  &gt;  Business Case</a:t>
            </a:r>
          </a:p>
        </p:txBody>
      </p:sp>
      <p:sp>
        <p:nvSpPr>
          <p:cNvPr id="11" name="Header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1554480"/>
            <a:ext cx="10698480" cy="56692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12" name="Page title"/>
          <p:cNvSpPr/>
          <p:nvPr/>
        </p:nvSpPr>
        <p:spPr>
          <a:xfrm>
            <a:off x="868680" y="1591056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1F2937"/>
                </a:solidFill>
                <a:latin typeface="Segoe UI"/>
                <a:cs typeface="Segoe UI"/>
              </a:rPr>
              <a:t>Business Case</a:t>
            </a:r>
          </a:p>
        </p:txBody>
      </p:sp>
      <p:sp>
        <p:nvSpPr>
          <p:cNvPr id="13" name="Status chip"/>
          <p:cNvSpPr/>
          <p:nvPr/>
        </p:nvSpPr>
        <p:spPr>
          <a:xfrm>
            <a:off x="2514600" y="1645920"/>
            <a:ext cx="822960" cy="201168"/>
          </a:xfrm>
          <a:prstGeom prst="roundRect">
            <a:avLst>
              <a:gd name="adj" fmla="val 50000"/>
            </a:avLst>
          </a:prstGeom>
          <a:solidFill>
            <a:srgbClr val="EAF2FD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 dirty="0">
                <a:solidFill>
                  <a:srgbClr val="1565D8"/>
                </a:solidFill>
                <a:latin typeface="Segoe UI"/>
                <a:cs typeface="Segoe UI"/>
              </a:rPr>
              <a:t>IN PROGRESS</a:t>
            </a:r>
          </a:p>
        </p:txBody>
      </p:sp>
      <p:sp>
        <p:nvSpPr>
          <p:cNvPr id="14" name="Page subtitle"/>
          <p:cNvSpPr/>
          <p:nvPr/>
        </p:nvSpPr>
        <p:spPr>
          <a:xfrm>
            <a:off x="868680" y="1874519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0" dirty="0">
                <a:solidFill>
                  <a:srgbClr val="6B7280"/>
                </a:solidFill>
                <a:latin typeface="Segoe UI"/>
                <a:cs typeface="Segoe UI"/>
              </a:rPr>
              <a:t>Ocean EU Hub Migration  |  PRJ-2026-014  |  Phase: Initiate  |  Last saved 14 Oct 2026, 10:42</a:t>
            </a:r>
          </a:p>
        </p:txBody>
      </p:sp>
      <p:sp>
        <p:nvSpPr>
          <p:cNvPr id="15" name="Export button"/>
          <p:cNvSpPr/>
          <p:nvPr/>
        </p:nvSpPr>
        <p:spPr>
          <a:xfrm>
            <a:off x="9646920" y="1719072"/>
            <a:ext cx="73152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 dirty="0">
                <a:solidFill>
                  <a:srgbClr val="1F2937"/>
                </a:solidFill>
                <a:latin typeface="Segoe UI"/>
                <a:cs typeface="Segoe UI"/>
              </a:rPr>
              <a:t>Export</a:t>
            </a:r>
          </a:p>
        </p:txBody>
      </p:sp>
      <p:sp>
        <p:nvSpPr>
          <p:cNvPr id="16" name="Save draft button"/>
          <p:cNvSpPr/>
          <p:nvPr/>
        </p:nvSpPr>
        <p:spPr>
          <a:xfrm>
            <a:off x="10469880" y="1719072"/>
            <a:ext cx="82296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1565D8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 dirty="0">
                <a:solidFill>
                  <a:srgbClr val="1565D8"/>
                </a:solidFill>
                <a:latin typeface="Segoe UI"/>
                <a:cs typeface="Segoe UI"/>
              </a:rPr>
              <a:t>Save draft</a:t>
            </a:r>
          </a:p>
        </p:txBody>
      </p:sp>
      <p:sp>
        <p:nvSpPr>
          <p:cNvPr id="17" name="Financials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2340864"/>
            <a:ext cx="10698480" cy="23774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18" name="Callout 3" descr="Callout 3 - see developer guide"/>
          <p:cNvSpPr/>
          <p:nvPr/>
        </p:nvSpPr>
        <p:spPr>
          <a:xfrm>
            <a:off x="868680" y="2423160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19" name="Section 3 title"/>
          <p:cNvSpPr/>
          <p:nvPr/>
        </p:nvSpPr>
        <p:spPr>
          <a:xfrm>
            <a:off x="1124712" y="2395728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000" b="1" dirty="0">
                <a:solidFill>
                  <a:srgbClr val="1F2937"/>
                </a:solidFill>
                <a:latin typeface="Segoe UI"/>
                <a:cs typeface="Segoe UI"/>
              </a:rPr>
              <a:t>Financials</a:t>
            </a:r>
          </a:p>
        </p:txBody>
      </p:sp>
      <p:sp>
        <p:nvSpPr>
          <p:cNvPr id="20" name="Section 3 chip"/>
          <p:cNvSpPr/>
          <p:nvPr/>
        </p:nvSpPr>
        <p:spPr>
          <a:xfrm>
            <a:off x="2971800" y="2432304"/>
            <a:ext cx="1783080" cy="182880"/>
          </a:xfrm>
          <a:prstGeom prst="roundRect">
            <a:avLst>
              <a:gd name="adj" fmla="val 50000"/>
            </a:avLst>
          </a:prstGeom>
          <a:solidFill>
            <a:srgbClr val="EAF2FD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 dirty="0">
                <a:solidFill>
                  <a:srgbClr val="1565D8"/>
                </a:solidFill>
                <a:latin typeface="Segoe UI"/>
                <a:cs typeface="Segoe UI"/>
              </a:rPr>
              <a:t>SYSTEM-CALCULATED  |  READ-ONLY</a:t>
            </a:r>
          </a:p>
        </p:txBody>
      </p:sp>
      <p:sp>
        <p:nvSpPr>
          <p:cNvPr id="21" name="Section 3 source"/>
          <p:cNvSpPr/>
          <p:nvPr/>
        </p:nvSpPr>
        <p:spPr>
          <a:xfrm>
            <a:off x="4846320" y="239572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endParaRPr lang="en-PH"/>
          </a:p>
        </p:txBody>
      </p:sp>
      <p:sp>
        <p:nvSpPr>
          <p:cNvPr id="22" name="Fin btn Calculation details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269480" y="2414016"/>
            <a:ext cx="109728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1F2937"/>
                </a:solidFill>
                <a:latin typeface="Segoe UI"/>
                <a:cs typeface="Segoe UI"/>
              </a:rPr>
              <a:t>Calculation details</a:t>
            </a:r>
          </a:p>
        </p:txBody>
      </p:sp>
      <p:sp>
        <p:nvSpPr>
          <p:cNvPr id="23" name="Fin btn Cost-rate basis"/>
          <p:cNvSpPr/>
          <p:nvPr/>
        </p:nvSpPr>
        <p:spPr>
          <a:xfrm>
            <a:off x="8503920" y="2414016"/>
            <a:ext cx="91440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1F2937"/>
                </a:solidFill>
                <a:latin typeface="Segoe UI"/>
                <a:cs typeface="Segoe UI"/>
              </a:rPr>
              <a:t>Cost-rate basis</a:t>
            </a:r>
          </a:p>
        </p:txBody>
      </p:sp>
      <p:sp>
        <p:nvSpPr>
          <p:cNvPr id="24" name="Fin btn Financial history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555480" y="2414016"/>
            <a:ext cx="1005839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1F2937"/>
                </a:solidFill>
                <a:latin typeface="Segoe UI"/>
                <a:cs typeface="Segoe UI"/>
              </a:rPr>
              <a:t>Financial history</a:t>
            </a:r>
          </a:p>
        </p:txBody>
      </p:sp>
      <p:sp>
        <p:nvSpPr>
          <p:cNvPr id="25" name="Fin btn Refresh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0652760" y="2414016"/>
            <a:ext cx="640080" cy="237744"/>
          </a:xfrm>
          <a:prstGeom prst="roundRect">
            <a:avLst>
              <a:gd name="adj" fmla="val 15000"/>
            </a:avLst>
          </a:prstGeom>
          <a:solidFill>
            <a:srgbClr val="1565D8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FFFFFF"/>
                </a:solidFill>
                <a:latin typeface="Segoe UI"/>
                <a:cs typeface="Segoe UI"/>
              </a:rPr>
              <a:t>Refresh</a:t>
            </a:r>
          </a:p>
        </p:txBody>
      </p:sp>
      <p:sp>
        <p:nvSpPr>
          <p:cNvPr id="26" name="Basis line"/>
          <p:cNvSpPr/>
          <p:nvPr/>
        </p:nvSpPr>
        <p:spPr>
          <a:xfrm>
            <a:off x="868680" y="2679192"/>
            <a:ext cx="1042416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 dirty="0">
                <a:solidFill>
                  <a:srgbClr val="6B7280"/>
                </a:solidFill>
                <a:latin typeface="Segoe UI"/>
                <a:cs typeface="Segoe UI"/>
              </a:rPr>
              <a:t>Basis: Copenhagen, DK  &gt;  GSC Mumbai  |  98 FTE from Scope (JL2 58, JL3 30, JL4 10)  |  Fully loaded cost rates FY2026 v3.2  |  USD</a:t>
            </a:r>
          </a:p>
        </p:txBody>
      </p:sp>
      <p:sp>
        <p:nvSpPr>
          <p:cNvPr id="27" name="Fin KPI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8680" y="2889504"/>
            <a:ext cx="1426464" cy="54864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28" name="Fin KPI label 1"/>
          <p:cNvSpPr/>
          <p:nvPr/>
        </p:nvSpPr>
        <p:spPr>
          <a:xfrm>
            <a:off x="941832" y="2916936"/>
            <a:ext cx="1335024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00" b="1" dirty="0">
                <a:solidFill>
                  <a:srgbClr val="6B7280"/>
                </a:solidFill>
                <a:latin typeface="Segoe UI"/>
                <a:cs typeface="Segoe UI"/>
              </a:rPr>
              <a:t>CURRENT ANNUAL COST</a:t>
            </a:r>
          </a:p>
        </p:txBody>
      </p:sp>
      <p:sp>
        <p:nvSpPr>
          <p:cNvPr id="29" name="Fin KPI value 1"/>
          <p:cNvSpPr/>
          <p:nvPr/>
        </p:nvSpPr>
        <p:spPr>
          <a:xfrm>
            <a:off x="941832" y="3090672"/>
            <a:ext cx="1335024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0B2A4A"/>
                </a:solidFill>
                <a:latin typeface="Segoe UI"/>
                <a:cs typeface="Segoe UI"/>
              </a:rPr>
              <a:t>$9.38M</a:t>
            </a:r>
          </a:p>
        </p:txBody>
      </p:sp>
      <p:sp>
        <p:nvSpPr>
          <p:cNvPr id="30" name="Fin KPI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68296" y="2889504"/>
            <a:ext cx="1426464" cy="54864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31" name="Fin KPI label 2"/>
          <p:cNvSpPr/>
          <p:nvPr/>
        </p:nvSpPr>
        <p:spPr>
          <a:xfrm>
            <a:off x="2441448" y="2916936"/>
            <a:ext cx="1335024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00" b="1" dirty="0">
                <a:solidFill>
                  <a:srgbClr val="6B7280"/>
                </a:solidFill>
                <a:latin typeface="Segoe UI"/>
                <a:cs typeface="Segoe UI"/>
              </a:rPr>
              <a:t>FUTURE ANNUAL COST</a:t>
            </a:r>
          </a:p>
        </p:txBody>
      </p:sp>
      <p:sp>
        <p:nvSpPr>
          <p:cNvPr id="32" name="Fin KPI value 2"/>
          <p:cNvSpPr/>
          <p:nvPr/>
        </p:nvSpPr>
        <p:spPr>
          <a:xfrm>
            <a:off x="2441448" y="3090672"/>
            <a:ext cx="1335024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0B2A4A"/>
                </a:solidFill>
                <a:latin typeface="Segoe UI"/>
                <a:cs typeface="Segoe UI"/>
              </a:rPr>
              <a:t>$2.60M</a:t>
            </a:r>
          </a:p>
        </p:txBody>
      </p:sp>
      <p:sp>
        <p:nvSpPr>
          <p:cNvPr id="33" name="Fin KPI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67912" y="2889504"/>
            <a:ext cx="1426464" cy="54864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34" name="Fin KPI label 3"/>
          <p:cNvSpPr/>
          <p:nvPr/>
        </p:nvSpPr>
        <p:spPr>
          <a:xfrm>
            <a:off x="3941064" y="2916936"/>
            <a:ext cx="1335024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00" b="1" dirty="0">
                <a:solidFill>
                  <a:srgbClr val="6B7280"/>
                </a:solidFill>
                <a:latin typeface="Segoe UI"/>
                <a:cs typeface="Segoe UI"/>
              </a:rPr>
              <a:t>ANNUAL GROSS BENEFIT</a:t>
            </a:r>
          </a:p>
        </p:txBody>
      </p:sp>
      <p:sp>
        <p:nvSpPr>
          <p:cNvPr id="35" name="Fin KPI value 3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941064" y="3090672"/>
            <a:ext cx="1335024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1E8E3E"/>
                </a:solidFill>
                <a:latin typeface="Segoe UI"/>
                <a:cs typeface="Segoe UI"/>
              </a:rPr>
              <a:t>$6.78M</a:t>
            </a:r>
          </a:p>
        </p:txBody>
      </p:sp>
      <p:sp>
        <p:nvSpPr>
          <p:cNvPr id="36" name="Fin KPI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67528" y="2889504"/>
            <a:ext cx="1426464" cy="54864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37" name="Fin KPI label 4"/>
          <p:cNvSpPr/>
          <p:nvPr/>
        </p:nvSpPr>
        <p:spPr>
          <a:xfrm>
            <a:off x="5440680" y="2916936"/>
            <a:ext cx="1335024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00" b="1" dirty="0">
                <a:solidFill>
                  <a:srgbClr val="6B7280"/>
                </a:solidFill>
                <a:latin typeface="Segoe UI"/>
                <a:cs typeface="Segoe UI"/>
              </a:rPr>
              <a:t>BENEFIT %</a:t>
            </a:r>
          </a:p>
        </p:txBody>
      </p:sp>
      <p:sp>
        <p:nvSpPr>
          <p:cNvPr id="38" name="Fin KPI value 4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440680" y="3090672"/>
            <a:ext cx="1335024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1E8E3E"/>
                </a:solidFill>
                <a:latin typeface="Segoe UI"/>
                <a:cs typeface="Segoe UI"/>
              </a:rPr>
              <a:t>72.3%</a:t>
            </a:r>
          </a:p>
        </p:txBody>
      </p:sp>
      <p:sp>
        <p:nvSpPr>
          <p:cNvPr id="39" name="Fin KPI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67144" y="2889504"/>
            <a:ext cx="1426464" cy="54864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40" name="Fin KPI label 5"/>
          <p:cNvSpPr/>
          <p:nvPr/>
        </p:nvSpPr>
        <p:spPr>
          <a:xfrm>
            <a:off x="6940296" y="2916936"/>
            <a:ext cx="1335024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00" b="1" dirty="0">
                <a:solidFill>
                  <a:srgbClr val="6B7280"/>
                </a:solidFill>
                <a:latin typeface="Segoe UI"/>
                <a:cs typeface="Segoe UI"/>
              </a:rPr>
              <a:t>NET FIRST-YEAR BENEFIT</a:t>
            </a:r>
          </a:p>
        </p:txBody>
      </p:sp>
      <p:sp>
        <p:nvSpPr>
          <p:cNvPr id="41" name="Fin KPI value 5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6940296" y="3090672"/>
            <a:ext cx="1335024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1E8E3E"/>
                </a:solidFill>
                <a:latin typeface="Segoe UI"/>
                <a:cs typeface="Segoe UI"/>
              </a:rPr>
              <a:t>$4.78M</a:t>
            </a:r>
          </a:p>
        </p:txBody>
      </p:sp>
      <p:sp>
        <p:nvSpPr>
          <p:cNvPr id="42" name="Fin KPI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66760" y="2889504"/>
            <a:ext cx="1426464" cy="54864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43" name="Fin KPI label 6"/>
          <p:cNvSpPr/>
          <p:nvPr/>
        </p:nvSpPr>
        <p:spPr>
          <a:xfrm>
            <a:off x="8439912" y="2916936"/>
            <a:ext cx="1335024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00" b="1" dirty="0">
                <a:solidFill>
                  <a:srgbClr val="6B7280"/>
                </a:solidFill>
                <a:latin typeface="Segoe UI"/>
                <a:cs typeface="Segoe UI"/>
              </a:rPr>
              <a:t>RECURRING ANNUAL BENEFIT</a:t>
            </a:r>
          </a:p>
        </p:txBody>
      </p:sp>
      <p:sp>
        <p:nvSpPr>
          <p:cNvPr id="44" name="Fin KPI value 6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8439912" y="3090672"/>
            <a:ext cx="1335024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1E8E3E"/>
                </a:solidFill>
                <a:latin typeface="Segoe UI"/>
                <a:cs typeface="Segoe UI"/>
              </a:rPr>
              <a:t>$6.78M</a:t>
            </a:r>
          </a:p>
        </p:txBody>
      </p:sp>
      <p:sp>
        <p:nvSpPr>
          <p:cNvPr id="45" name="Fin KPI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66376" y="2889504"/>
            <a:ext cx="1426464" cy="54864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46" name="Fin KPI label 7"/>
          <p:cNvSpPr/>
          <p:nvPr/>
        </p:nvSpPr>
        <p:spPr>
          <a:xfrm>
            <a:off x="9939528" y="2916936"/>
            <a:ext cx="1335024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00" b="1" dirty="0">
                <a:solidFill>
                  <a:srgbClr val="6B7280"/>
                </a:solidFill>
                <a:latin typeface="Segoe UI"/>
                <a:cs typeface="Segoe UI"/>
              </a:rPr>
              <a:t>PAYBACK PERIOD</a:t>
            </a:r>
          </a:p>
        </p:txBody>
      </p:sp>
      <p:sp>
        <p:nvSpPr>
          <p:cNvPr id="47" name="Fin KPI value 7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939528" y="3090672"/>
            <a:ext cx="1335024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0B2A4A"/>
                </a:solidFill>
                <a:latin typeface="Segoe UI"/>
                <a:cs typeface="Segoe UI"/>
              </a:rPr>
              <a:t>3.5 mo</a:t>
            </a:r>
          </a:p>
        </p:txBody>
      </p:sp>
      <p:sp>
        <p:nvSpPr>
          <p:cNvPr id="48" name="Inputs title"/>
          <p:cNvSpPr/>
          <p:nvPr/>
        </p:nvSpPr>
        <p:spPr>
          <a:xfrm>
            <a:off x="868680" y="3511296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1" dirty="0">
                <a:solidFill>
                  <a:srgbClr val="1F2937"/>
                </a:solidFill>
                <a:latin typeface="Segoe UI"/>
                <a:cs typeface="Segoe UI"/>
              </a:rPr>
              <a:t>Editable financial inputs (owned by Business Case)</a:t>
            </a:r>
          </a:p>
        </p:txBody>
      </p:sp>
      <p:sp>
        <p:nvSpPr>
          <p:cNvPr id="49" name="Add adjustment button"/>
          <p:cNvSpPr/>
          <p:nvPr/>
        </p:nvSpPr>
        <p:spPr>
          <a:xfrm>
            <a:off x="10195560" y="3511296"/>
            <a:ext cx="1097280" cy="2011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1565D8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1565D8"/>
                </a:solidFill>
                <a:latin typeface="Segoe UI"/>
                <a:cs typeface="Segoe UI"/>
              </a:rPr>
              <a:t>+ Add adjustment</a:t>
            </a:r>
          </a:p>
        </p:txBody>
      </p:sp>
      <p:sp>
        <p:nvSpPr>
          <p:cNvPr id="50" name="Inputs 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8680" y="3749039"/>
            <a:ext cx="10424160" cy="219456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51" name="Col Input"/>
          <p:cNvSpPr/>
          <p:nvPr/>
        </p:nvSpPr>
        <p:spPr>
          <a:xfrm>
            <a:off x="914400" y="3749039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Input</a:t>
            </a:r>
          </a:p>
        </p:txBody>
      </p:sp>
      <p:sp>
        <p:nvSpPr>
          <p:cNvPr id="52" name="Col System value"/>
          <p:cNvSpPr/>
          <p:nvPr/>
        </p:nvSpPr>
        <p:spPr>
          <a:xfrm>
            <a:off x="2514600" y="3749039"/>
            <a:ext cx="86868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System value</a:t>
            </a:r>
          </a:p>
        </p:txBody>
      </p:sp>
      <p:sp>
        <p:nvSpPr>
          <p:cNvPr id="53" name="Col Manual adjustment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429000" y="3749039"/>
            <a:ext cx="1005839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Manual adjustment</a:t>
            </a:r>
          </a:p>
        </p:txBody>
      </p:sp>
      <p:sp>
        <p:nvSpPr>
          <p:cNvPr id="54" name="Col Adjusted final"/>
          <p:cNvSpPr/>
          <p:nvPr/>
        </p:nvSpPr>
        <p:spPr>
          <a:xfrm>
            <a:off x="4480559" y="3749039"/>
            <a:ext cx="86868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Adjusted final</a:t>
            </a:r>
          </a:p>
        </p:txBody>
      </p:sp>
      <p:sp>
        <p:nvSpPr>
          <p:cNvPr id="55" name="Col Adjustment reason"/>
          <p:cNvSpPr/>
          <p:nvPr/>
        </p:nvSpPr>
        <p:spPr>
          <a:xfrm>
            <a:off x="5394959" y="3749039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Adjustment reason</a:t>
            </a:r>
          </a:p>
        </p:txBody>
      </p:sp>
      <p:sp>
        <p:nvSpPr>
          <p:cNvPr id="56" name="Col By"/>
          <p:cNvSpPr/>
          <p:nvPr/>
        </p:nvSpPr>
        <p:spPr>
          <a:xfrm>
            <a:off x="7909560" y="3749039"/>
            <a:ext cx="822959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By</a:t>
            </a:r>
          </a:p>
        </p:txBody>
      </p:sp>
      <p:sp>
        <p:nvSpPr>
          <p:cNvPr id="57" name="Col Date / time"/>
          <p:cNvSpPr/>
          <p:nvPr/>
        </p:nvSpPr>
        <p:spPr>
          <a:xfrm>
            <a:off x="8778240" y="3749039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Date / time</a:t>
            </a:r>
          </a:p>
        </p:txBody>
      </p:sp>
      <p:sp>
        <p:nvSpPr>
          <p:cNvPr id="58" name="Col Action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921240" y="3749039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Action</a:t>
            </a:r>
          </a:p>
        </p:txBody>
      </p:sp>
      <p:sp>
        <p:nvSpPr>
          <p:cNvPr id="59" name="Inputs row 1 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8680" y="4288536"/>
            <a:ext cx="10424160" cy="9144"/>
          </a:xfrm>
          <a:prstGeom prst="rect">
            <a:avLst/>
          </a:prstGeom>
          <a:solidFill>
            <a:srgbClr val="E5E9F0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60" name="R1C1"/>
          <p:cNvSpPr/>
          <p:nvPr/>
        </p:nvSpPr>
        <p:spPr>
          <a:xfrm>
            <a:off x="914400" y="3968496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1" dirty="0">
                <a:solidFill>
                  <a:srgbClr val="1F2937"/>
                </a:solidFill>
                <a:latin typeface="Segoe UI"/>
                <a:cs typeface="Segoe UI"/>
              </a:rPr>
              <a:t>One-time migration costs</a:t>
            </a:r>
          </a:p>
        </p:txBody>
      </p:sp>
      <p:sp>
        <p:nvSpPr>
          <p:cNvPr id="61" name="R1C2"/>
          <p:cNvSpPr/>
          <p:nvPr/>
        </p:nvSpPr>
        <p:spPr>
          <a:xfrm>
            <a:off x="2514600" y="3968496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$1.85M</a:t>
            </a:r>
          </a:p>
        </p:txBody>
      </p:sp>
      <p:sp>
        <p:nvSpPr>
          <p:cNvPr id="62" name="R1C3"/>
          <p:cNvSpPr/>
          <p:nvPr/>
        </p:nvSpPr>
        <p:spPr>
          <a:xfrm>
            <a:off x="3429000" y="3968496"/>
            <a:ext cx="1005839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0" dirty="0">
                <a:solidFill>
                  <a:srgbClr val="1565D8"/>
                </a:solidFill>
                <a:latin typeface="Segoe UI"/>
                <a:cs typeface="Segoe UI"/>
              </a:rPr>
              <a:t>+$0.15M</a:t>
            </a:r>
          </a:p>
        </p:txBody>
      </p:sp>
      <p:sp>
        <p:nvSpPr>
          <p:cNvPr id="63" name="R1C4"/>
          <p:cNvSpPr/>
          <p:nvPr/>
        </p:nvSpPr>
        <p:spPr>
          <a:xfrm>
            <a:off x="4480559" y="3968496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1" dirty="0">
                <a:solidFill>
                  <a:srgbClr val="1F2937"/>
                </a:solidFill>
                <a:latin typeface="Segoe UI"/>
                <a:cs typeface="Segoe UI"/>
              </a:rPr>
              <a:t>$2.00M</a:t>
            </a:r>
          </a:p>
        </p:txBody>
      </p:sp>
      <p:sp>
        <p:nvSpPr>
          <p:cNvPr id="64" name="R1C5"/>
          <p:cNvSpPr/>
          <p:nvPr/>
        </p:nvSpPr>
        <p:spPr>
          <a:xfrm>
            <a:off x="5394959" y="3968496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Extra KT travel for Wave 2 (approved by Finance)</a:t>
            </a:r>
          </a:p>
        </p:txBody>
      </p:sp>
      <p:sp>
        <p:nvSpPr>
          <p:cNvPr id="65" name="R1C6"/>
          <p:cNvSpPr/>
          <p:nvPr/>
        </p:nvSpPr>
        <p:spPr>
          <a:xfrm>
            <a:off x="7909560" y="3968496"/>
            <a:ext cx="822959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H. Jacome</a:t>
            </a:r>
          </a:p>
        </p:txBody>
      </p:sp>
      <p:sp>
        <p:nvSpPr>
          <p:cNvPr id="66" name="R1C7"/>
          <p:cNvSpPr/>
          <p:nvPr/>
        </p:nvSpPr>
        <p:spPr>
          <a:xfrm>
            <a:off x="8778240" y="3968496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14 Oct 2026 10:42</a:t>
            </a:r>
          </a:p>
        </p:txBody>
      </p:sp>
      <p:sp>
        <p:nvSpPr>
          <p:cNvPr id="67" name="R1 edit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921240" y="4023359"/>
            <a:ext cx="548640" cy="2103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1565D8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1565D8"/>
                </a:solidFill>
                <a:latin typeface="Segoe UI"/>
                <a:cs typeface="Segoe UI"/>
              </a:rPr>
              <a:t>Edit</a:t>
            </a:r>
          </a:p>
        </p:txBody>
      </p:sp>
      <p:sp>
        <p:nvSpPr>
          <p:cNvPr id="68" name="R1 hist"/>
          <p:cNvSpPr/>
          <p:nvPr/>
        </p:nvSpPr>
        <p:spPr>
          <a:xfrm>
            <a:off x="10533888" y="4023359"/>
            <a:ext cx="685800" cy="2103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1F2937"/>
                </a:solidFill>
                <a:latin typeface="Segoe UI"/>
                <a:cs typeface="Segoe UI"/>
              </a:rPr>
              <a:t>History</a:t>
            </a:r>
          </a:p>
        </p:txBody>
      </p:sp>
      <p:sp>
        <p:nvSpPr>
          <p:cNvPr id="69" name="Inputs row 2 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8680" y="4617720"/>
            <a:ext cx="10424160" cy="9144"/>
          </a:xfrm>
          <a:prstGeom prst="rect">
            <a:avLst/>
          </a:prstGeom>
          <a:solidFill>
            <a:srgbClr val="E5E9F0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70" name="R2C1"/>
          <p:cNvSpPr/>
          <p:nvPr/>
        </p:nvSpPr>
        <p:spPr>
          <a:xfrm>
            <a:off x="914400" y="429768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1" dirty="0">
                <a:solidFill>
                  <a:srgbClr val="1F2937"/>
                </a:solidFill>
                <a:latin typeface="Segoe UI"/>
                <a:cs typeface="Segoe UI"/>
              </a:rPr>
              <a:t>Exchange-rate assumption</a:t>
            </a:r>
          </a:p>
        </p:txBody>
      </p:sp>
      <p:sp>
        <p:nvSpPr>
          <p:cNvPr id="71" name="R2C2"/>
          <p:cNvSpPr/>
          <p:nvPr/>
        </p:nvSpPr>
        <p:spPr>
          <a:xfrm>
            <a:off x="2514600" y="4297680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EUR/USD 1.08</a:t>
            </a:r>
          </a:p>
        </p:txBody>
      </p:sp>
      <p:sp>
        <p:nvSpPr>
          <p:cNvPr id="72" name="R2C3"/>
          <p:cNvSpPr/>
          <p:nvPr/>
        </p:nvSpPr>
        <p:spPr>
          <a:xfrm>
            <a:off x="3429000" y="4297680"/>
            <a:ext cx="1005839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-</a:t>
            </a:r>
          </a:p>
        </p:txBody>
      </p:sp>
      <p:sp>
        <p:nvSpPr>
          <p:cNvPr id="73" name="R2C4"/>
          <p:cNvSpPr/>
          <p:nvPr/>
        </p:nvSpPr>
        <p:spPr>
          <a:xfrm>
            <a:off x="4480559" y="4297680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1" dirty="0">
                <a:solidFill>
                  <a:srgbClr val="1F2937"/>
                </a:solidFill>
                <a:latin typeface="Segoe UI"/>
                <a:cs typeface="Segoe UI"/>
              </a:rPr>
              <a:t>1.08</a:t>
            </a:r>
          </a:p>
        </p:txBody>
      </p:sp>
      <p:sp>
        <p:nvSpPr>
          <p:cNvPr id="74" name="R2C5"/>
          <p:cNvSpPr/>
          <p:nvPr/>
        </p:nvSpPr>
        <p:spPr>
          <a:xfrm>
            <a:off x="5394959" y="429768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Centrally controlled rate; not editable</a:t>
            </a:r>
          </a:p>
        </p:txBody>
      </p:sp>
      <p:sp>
        <p:nvSpPr>
          <p:cNvPr id="75" name="R2C6"/>
          <p:cNvSpPr/>
          <p:nvPr/>
        </p:nvSpPr>
        <p:spPr>
          <a:xfrm>
            <a:off x="7909560" y="4297680"/>
            <a:ext cx="822959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System</a:t>
            </a:r>
          </a:p>
        </p:txBody>
      </p:sp>
      <p:sp>
        <p:nvSpPr>
          <p:cNvPr id="76" name="R2C7"/>
          <p:cNvSpPr/>
          <p:nvPr/>
        </p:nvSpPr>
        <p:spPr>
          <a:xfrm>
            <a:off x="8778240" y="429768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01 Oct 2026 00:00</a:t>
            </a:r>
          </a:p>
        </p:txBody>
      </p:sp>
      <p:sp>
        <p:nvSpPr>
          <p:cNvPr id="77" name="R2 lock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921240" y="4370832"/>
            <a:ext cx="731520" cy="173736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READ-ONLY</a:t>
            </a:r>
          </a:p>
        </p:txBody>
      </p:sp>
      <p:sp>
        <p:nvSpPr>
          <p:cNvPr id="78" name="BC details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4809744"/>
            <a:ext cx="10698480" cy="1773936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79" name="Callout 4" descr="Callout 4 - see developer guide"/>
          <p:cNvSpPr/>
          <p:nvPr/>
        </p:nvSpPr>
        <p:spPr>
          <a:xfrm>
            <a:off x="868680" y="4892040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80" name="Section 4 title"/>
          <p:cNvSpPr/>
          <p:nvPr/>
        </p:nvSpPr>
        <p:spPr>
          <a:xfrm>
            <a:off x="1124712" y="4864608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000" b="1" dirty="0">
                <a:solidFill>
                  <a:srgbClr val="1F2937"/>
                </a:solidFill>
                <a:latin typeface="Segoe UI"/>
                <a:cs typeface="Segoe UI"/>
              </a:rPr>
              <a:t>Business Case Details</a:t>
            </a:r>
          </a:p>
        </p:txBody>
      </p:sp>
      <p:sp>
        <p:nvSpPr>
          <p:cNvPr id="81" name="Section 4 chip"/>
          <p:cNvSpPr/>
          <p:nvPr/>
        </p:nvSpPr>
        <p:spPr>
          <a:xfrm>
            <a:off x="2971800" y="4901184"/>
            <a:ext cx="1965960" cy="182880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 dirty="0">
                <a:solidFill>
                  <a:srgbClr val="1E8E3E"/>
                </a:solidFill>
                <a:latin typeface="Segoe UI"/>
                <a:cs typeface="Segoe UI"/>
              </a:rPr>
              <a:t>EDITABLE  |  OWNED BY BUSINESS CASE</a:t>
            </a:r>
          </a:p>
        </p:txBody>
      </p:sp>
      <p:sp>
        <p:nvSpPr>
          <p:cNvPr id="82" name="Section 4 source"/>
          <p:cNvSpPr/>
          <p:nvPr/>
        </p:nvSpPr>
        <p:spPr>
          <a:xfrm>
            <a:off x="5029200" y="486460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endParaRPr lang="en-PH"/>
          </a:p>
        </p:txBody>
      </p:sp>
      <p:sp>
        <p:nvSpPr>
          <p:cNvPr id="83" name="Edit BC button"/>
          <p:cNvSpPr/>
          <p:nvPr/>
        </p:nvSpPr>
        <p:spPr>
          <a:xfrm>
            <a:off x="10332720" y="4882896"/>
            <a:ext cx="96012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1565D8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 dirty="0">
                <a:solidFill>
                  <a:srgbClr val="1565D8"/>
                </a:solidFill>
                <a:latin typeface="Segoe UI"/>
                <a:cs typeface="Segoe UI"/>
              </a:rPr>
              <a:t>Edit</a:t>
            </a:r>
          </a:p>
        </p:txBody>
      </p:sp>
      <p:sp>
        <p:nvSpPr>
          <p:cNvPr id="84" name="Area label 1"/>
          <p:cNvSpPr/>
          <p:nvPr/>
        </p:nvSpPr>
        <p:spPr>
          <a:xfrm>
            <a:off x="868680" y="5157216"/>
            <a:ext cx="3383279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BUSINESS RATIONALE &amp; EXPECTED BENEFITS</a:t>
            </a:r>
          </a:p>
        </p:txBody>
      </p:sp>
      <p:sp>
        <p:nvSpPr>
          <p:cNvPr id="85" name="Area box 1"/>
          <p:cNvSpPr/>
          <p:nvPr/>
        </p:nvSpPr>
        <p:spPr>
          <a:xfrm>
            <a:off x="868680" y="5330952"/>
            <a:ext cx="3383279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73152" tIns="27432" rIns="73152" bIns="27432" rtlCol="0" anchor="t">
            <a:noAutofit/>
          </a:bodyPr>
          <a:lstStyle/>
          <a:p>
            <a:pPr algn="l">
              <a:spcBef>
                <a:spcPts val="150"/>
              </a:spcBef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Consolidates EU hub transactional work into one GSC team.</a:t>
            </a:r>
          </a:p>
          <a:p>
            <a:pPr algn="l">
              <a:spcBef>
                <a:spcPts val="150"/>
              </a:spcBef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~72% run-rate saving; standard process across EUR trades.</a:t>
            </a:r>
          </a:p>
        </p:txBody>
      </p:sp>
      <p:sp>
        <p:nvSpPr>
          <p:cNvPr id="86" name="Area label 2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389120" y="5157216"/>
            <a:ext cx="3383279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RISKS &amp; DEPENDENCIES</a:t>
            </a:r>
          </a:p>
        </p:txBody>
      </p:sp>
      <p:sp>
        <p:nvSpPr>
          <p:cNvPr id="87" name="Area box 2"/>
          <p:cNvSpPr/>
          <p:nvPr/>
        </p:nvSpPr>
        <p:spPr>
          <a:xfrm>
            <a:off x="4389120" y="5330952"/>
            <a:ext cx="3383279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73152" tIns="27432" rIns="73152" bIns="27432" rtlCol="0" anchor="t">
            <a:noAutofit/>
          </a:bodyPr>
          <a:lstStyle/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KT capacity in Copenhagen during peak (Medium)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Mumbai hiring for JL4 roles (High)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Depends on: documentation system access</a:t>
            </a:r>
          </a:p>
        </p:txBody>
      </p:sp>
      <p:sp>
        <p:nvSpPr>
          <p:cNvPr id="88" name="Area label 3"/>
          <p:cNvSpPr/>
          <p:nvPr/>
        </p:nvSpPr>
        <p:spPr>
          <a:xfrm>
            <a:off x="7909559" y="5157216"/>
            <a:ext cx="3383279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RECOMMENDATION &amp; DECISION</a:t>
            </a:r>
          </a:p>
        </p:txBody>
      </p:sp>
      <p:sp>
        <p:nvSpPr>
          <p:cNvPr id="89" name="Area box 3"/>
          <p:cNvSpPr/>
          <p:nvPr/>
        </p:nvSpPr>
        <p:spPr>
          <a:xfrm>
            <a:off x="7909559" y="5330952"/>
            <a:ext cx="3383279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73152" tIns="27432" rIns="73152" bIns="27432" rtlCol="0" anchor="t">
            <a:noAutofit/>
          </a:bodyPr>
          <a:lstStyle/>
          <a:p>
            <a:pPr algn="l">
              <a:spcBef>
                <a:spcPts val="150"/>
              </a:spcBef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Recommendation: Proceed with 2-wave migration</a:t>
            </a:r>
          </a:p>
          <a:p>
            <a:pPr algn="l">
              <a:spcBef>
                <a:spcPts val="150"/>
              </a:spcBef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Decision: Pending approval</a:t>
            </a:r>
          </a:p>
          <a:p>
            <a:pPr algn="l">
              <a:spcBef>
                <a:spcPts val="150"/>
              </a:spcBef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Approver: M. Hansen (Business owner)</a:t>
            </a:r>
          </a:p>
        </p:txBody>
      </p:sp>
      <p:sp>
        <p:nvSpPr>
          <p:cNvPr id="90" name="Approval status"/>
          <p:cNvSpPr/>
          <p:nvPr/>
        </p:nvSpPr>
        <p:spPr>
          <a:xfrm>
            <a:off x="868680" y="6236208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 dirty="0">
                <a:solidFill>
                  <a:srgbClr val="6B7280"/>
                </a:solidFill>
                <a:latin typeface="Segoe UI"/>
                <a:cs typeface="Segoe UI"/>
              </a:rPr>
              <a:t>Status: In progress  |  Completed: -  |  Approved: -</a:t>
            </a:r>
          </a:p>
        </p:txBody>
      </p:sp>
      <p:sp>
        <p:nvSpPr>
          <p:cNvPr id="91" name="Action Save changes"/>
          <p:cNvSpPr/>
          <p:nvPr/>
        </p:nvSpPr>
        <p:spPr>
          <a:xfrm>
            <a:off x="7269480" y="6236208"/>
            <a:ext cx="96012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1565D8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 dirty="0">
                <a:solidFill>
                  <a:srgbClr val="1565D8"/>
                </a:solidFill>
                <a:latin typeface="Segoe UI"/>
                <a:cs typeface="Segoe UI"/>
              </a:rPr>
              <a:t>Save changes</a:t>
            </a:r>
          </a:p>
        </p:txBody>
      </p:sp>
      <p:sp>
        <p:nvSpPr>
          <p:cNvPr id="92" name="Action Return for revision"/>
          <p:cNvSpPr/>
          <p:nvPr/>
        </p:nvSpPr>
        <p:spPr>
          <a:xfrm>
            <a:off x="8321040" y="6236208"/>
            <a:ext cx="123444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62828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 dirty="0">
                <a:solidFill>
                  <a:srgbClr val="C62828"/>
                </a:solidFill>
                <a:latin typeface="Segoe UI"/>
                <a:cs typeface="Segoe UI"/>
              </a:rPr>
              <a:t>Return for revision</a:t>
            </a:r>
          </a:p>
        </p:txBody>
      </p:sp>
      <p:sp>
        <p:nvSpPr>
          <p:cNvPr id="93" name="Action Complete"/>
          <p:cNvSpPr/>
          <p:nvPr/>
        </p:nvSpPr>
        <p:spPr>
          <a:xfrm>
            <a:off x="9646920" y="6236208"/>
            <a:ext cx="77724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 dirty="0">
                <a:solidFill>
                  <a:srgbClr val="1F2937"/>
                </a:solidFill>
                <a:latin typeface="Segoe UI"/>
                <a:cs typeface="Segoe UI"/>
              </a:rPr>
              <a:t>Complete</a:t>
            </a:r>
          </a:p>
        </p:txBody>
      </p:sp>
      <p:sp>
        <p:nvSpPr>
          <p:cNvPr id="94" name="Action Approve"/>
          <p:cNvSpPr/>
          <p:nvPr/>
        </p:nvSpPr>
        <p:spPr>
          <a:xfrm>
            <a:off x="10515600" y="6236208"/>
            <a:ext cx="777240" cy="237744"/>
          </a:xfrm>
          <a:prstGeom prst="roundRect">
            <a:avLst>
              <a:gd name="adj" fmla="val 15000"/>
            </a:avLst>
          </a:prstGeom>
          <a:solidFill>
            <a:srgbClr val="1E8E3E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 dirty="0">
                <a:solidFill>
                  <a:srgbClr val="FFFFFF"/>
                </a:solidFill>
                <a:latin typeface="Segoe UI"/>
                <a:cs typeface="Segoe UI"/>
              </a:rPr>
              <a:t>Approve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800" b="0" dirty="0">
                <a:solidFill>
                  <a:srgbClr val="000000"/>
                </a:solidFill>
                <a:latin typeface="Segoe UI"/>
                <a:cs typeface="Segoe UI"/>
              </a:rPr>
              <a:t>Business Case: Developer Guide (1 of 2)</a:t>
            </a:r>
          </a:p>
        </p:txBody>
      </p:sp>
      <p:sp>
        <p:nvSpPr>
          <p:cNvPr id="4" name="Subtitle"/>
          <p:cNvSpPr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900" b="0" dirty="0">
                <a:solidFill>
                  <a:srgbClr val="6B7280"/>
                </a:solidFill>
                <a:latin typeface="Segoe UI"/>
                <a:cs typeface="Segoe UI"/>
              </a:rPr>
              <a:t>Ownership matrix and required controls  |  Numbers match the callouts on the mock-ups</a:t>
            </a:r>
          </a:p>
        </p:txBody>
      </p:sp>
      <p:graphicFrame>
        <p:nvGraphicFramePr>
          <p:cNvPr id="5" name="Ownership matrix" descr="Ownership matrix: source of truth, whether editable in the Business Case, and editing location for each data item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576486"/>
              </p:ext>
            </p:extLst>
          </p:nvPr>
        </p:nvGraphicFramePr>
        <p:xfrm>
          <a:off x="457200" y="1005840"/>
          <a:ext cx="7269480" cy="4512564"/>
        </p:xfrm>
        <a:graphic>
          <a:graphicData uri="http://schemas.openxmlformats.org/drawingml/2006/table">
            <a:tbl>
              <a:tblPr firstRow="1" bandRow="1"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Information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Source of truth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Editable in Business Case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Editing location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Function and process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Migration Intake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 dirty="0">
                          <a:solidFill>
                            <a:srgbClr val="1E8E3E"/>
                          </a:solidFill>
                          <a:latin typeface="Segoe UI"/>
                          <a:cs typeface="Segoe UI"/>
                        </a:rPr>
                        <a:t>Yes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Migration Intake or Business Case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Source and destination locations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Migration Intake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 dirty="0">
                          <a:solidFill>
                            <a:srgbClr val="1E8E3E"/>
                          </a:solidFill>
                          <a:latin typeface="Segoe UI"/>
                          <a:cs typeface="Segoe UI"/>
                        </a:rPr>
                        <a:t>Yes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Migration Intake or Business Case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Business owner and timeline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Migration Intake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 dirty="0">
                          <a:solidFill>
                            <a:srgbClr val="1E8E3E"/>
                          </a:solidFill>
                          <a:latin typeface="Segoe UI"/>
                          <a:cs typeface="Segoe UI"/>
                        </a:rPr>
                        <a:t>Yes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Migration Intake or Business Case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Activities in and out of scope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Scope artifact</a:t>
                      </a:r>
                      <a:endParaRPr lang="en-US" sz="750" b="0" dirty="0">
                        <a:solidFill>
                          <a:srgbClr val="1F2937"/>
                        </a:solidFill>
                        <a:latin typeface="Segoe UI"/>
                        <a:cs typeface="Segoe UI"/>
                      </a:endParaRP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 dirty="0">
                          <a:solidFill>
                            <a:srgbClr val="C62828"/>
                          </a:solidFill>
                          <a:latin typeface="Segoe UI"/>
                          <a:cs typeface="Segoe UI"/>
                        </a:rPr>
                        <a:t>No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Scope artifact only</a:t>
                      </a:r>
                      <a:endParaRPr lang="en-US" sz="750" b="0" dirty="0">
                        <a:solidFill>
                          <a:srgbClr val="1F2937"/>
                        </a:solidFill>
                        <a:latin typeface="Segoe UI"/>
                        <a:cs typeface="Segoe UI"/>
                      </a:endParaRP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Total headcount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Scope artifact</a:t>
                      </a:r>
                      <a:endParaRPr lang="en-US" sz="750" b="0" dirty="0">
                        <a:solidFill>
                          <a:srgbClr val="1F2937"/>
                        </a:solidFill>
                        <a:latin typeface="Segoe UI"/>
                        <a:cs typeface="Segoe UI"/>
                      </a:endParaRP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 dirty="0">
                          <a:solidFill>
                            <a:srgbClr val="C62828"/>
                          </a:solidFill>
                          <a:latin typeface="Segoe UI"/>
                          <a:cs typeface="Segoe UI"/>
                        </a:rPr>
                        <a:t>No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Scope artifact only</a:t>
                      </a:r>
                      <a:endParaRPr lang="en-US" sz="750" b="0" dirty="0">
                        <a:solidFill>
                          <a:srgbClr val="1F2937"/>
                        </a:solidFill>
                        <a:latin typeface="Segoe UI"/>
                        <a:cs typeface="Segoe UI"/>
                      </a:endParaRP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Headcount by job level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Scope artifact</a:t>
                      </a:r>
                      <a:endParaRPr lang="en-US" sz="750" b="0" dirty="0">
                        <a:solidFill>
                          <a:srgbClr val="1F2937"/>
                        </a:solidFill>
                        <a:latin typeface="Segoe UI"/>
                        <a:cs typeface="Segoe UI"/>
                      </a:endParaRP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 dirty="0">
                          <a:solidFill>
                            <a:srgbClr val="C62828"/>
                          </a:solidFill>
                          <a:latin typeface="Segoe UI"/>
                          <a:cs typeface="Segoe UI"/>
                        </a:rPr>
                        <a:t>No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Scope artifact only</a:t>
                      </a:r>
                      <a:endParaRPr lang="en-US" sz="750" b="0" dirty="0">
                        <a:solidFill>
                          <a:srgbClr val="1F2937"/>
                        </a:solidFill>
                        <a:latin typeface="Segoe UI"/>
                        <a:cs typeface="Segoe UI"/>
                      </a:endParaRP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Migration waves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Scope artifact</a:t>
                      </a:r>
                      <a:endParaRPr lang="en-US" sz="750" b="0" dirty="0">
                        <a:solidFill>
                          <a:srgbClr val="1F2937"/>
                        </a:solidFill>
                        <a:latin typeface="Segoe UI"/>
                        <a:cs typeface="Segoe UI"/>
                      </a:endParaRP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 dirty="0">
                          <a:solidFill>
                            <a:srgbClr val="C62828"/>
                          </a:solidFill>
                          <a:latin typeface="Segoe UI"/>
                          <a:cs typeface="Segoe UI"/>
                        </a:rPr>
                        <a:t>No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Scope artifact only</a:t>
                      </a:r>
                      <a:endParaRPr lang="en-US" sz="750" b="0" dirty="0">
                        <a:solidFill>
                          <a:srgbClr val="1F2937"/>
                        </a:solidFill>
                        <a:latin typeface="Segoe UI"/>
                        <a:cs typeface="Segoe UI"/>
                      </a:endParaRP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Fully loaded cost rates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Backend cost database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 dirty="0">
                          <a:solidFill>
                            <a:srgbClr val="C62828"/>
                          </a:solidFill>
                          <a:latin typeface="Segoe UI"/>
                          <a:cs typeface="Segoe UI"/>
                        </a:rPr>
                        <a:t>No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Cost administration module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Calculated financial benefits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System calculation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 dirty="0">
                          <a:solidFill>
                            <a:srgbClr val="C62828"/>
                          </a:solidFill>
                          <a:latin typeface="Segoe UI"/>
                          <a:cs typeface="Segoe UI"/>
                        </a:rPr>
                        <a:t>No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Automatically recalculated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One-time migration costs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Business Case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 dirty="0">
                          <a:solidFill>
                            <a:srgbClr val="1E8E3E"/>
                          </a:solidFill>
                          <a:latin typeface="Segoe UI"/>
                          <a:cs typeface="Segoe UI"/>
                        </a:rPr>
                        <a:t>Yes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Business Case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Business rationale and expected benefits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Business Case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 dirty="0">
                          <a:solidFill>
                            <a:srgbClr val="1E8E3E"/>
                          </a:solidFill>
                          <a:latin typeface="Segoe UI"/>
                          <a:cs typeface="Segoe UI"/>
                        </a:rPr>
                        <a:t>Yes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Business Case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Risks and dependencies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Business Case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 dirty="0">
                          <a:solidFill>
                            <a:srgbClr val="1E8E3E"/>
                          </a:solidFill>
                          <a:latin typeface="Segoe UI"/>
                          <a:cs typeface="Segoe UI"/>
                        </a:rPr>
                        <a:t>Yes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Business Case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Recommendation and decision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Business Case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 dirty="0">
                          <a:solidFill>
                            <a:srgbClr val="1E8E3E"/>
                          </a:solidFill>
                          <a:latin typeface="Segoe UI"/>
                          <a:cs typeface="Segoe UI"/>
                        </a:rPr>
                        <a:t>Yes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Business Case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Core rule card"/>
          <p:cNvSpPr/>
          <p:nvPr/>
        </p:nvSpPr>
        <p:spPr>
          <a:xfrm>
            <a:off x="457200" y="5650992"/>
            <a:ext cx="7269480" cy="932688"/>
          </a:xfrm>
          <a:prstGeom prst="roundRect">
            <a:avLst>
              <a:gd name="adj" fmla="val 6000"/>
            </a:avLst>
          </a:prstGeom>
          <a:solidFill>
            <a:srgbClr val="EAF2FD"/>
          </a:solidFill>
          <a:ln>
            <a:noFill/>
          </a:ln>
        </p:spPr>
        <p:txBody>
          <a:bodyPr wrap="square" lIns="109728" tIns="27432" rIns="109728" bIns="27432" rtlCol="0" anchor="t">
            <a:noAutofit/>
          </a:bodyPr>
          <a:lstStyle/>
          <a:p>
            <a:pPr algn="l">
              <a:buNone/>
            </a:pPr>
            <a:r>
              <a:rPr lang="en-US" sz="950" b="1" dirty="0">
                <a:solidFill>
                  <a:srgbClr val="0B2A4A"/>
                </a:solidFill>
                <a:latin typeface="Segoe UI"/>
                <a:cs typeface="Segoe UI"/>
              </a:rPr>
              <a:t>Core system rule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800" b="0" dirty="0">
                <a:solidFill>
                  <a:srgbClr val="1F2937"/>
                </a:solidFill>
                <a:latin typeface="Segoe UI"/>
                <a:cs typeface="Segoe UI"/>
              </a:rPr>
              <a:t>Data can be displayed in many artifacts but edited only in the artifact that owns it. Exception: Migration Intake fields can also be edited from the Business Case.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800" b="1" dirty="0">
                <a:solidFill>
                  <a:srgbClr val="1F2937"/>
                </a:solidFill>
                <a:latin typeface="Segoe UI"/>
                <a:cs typeface="Segoe UI"/>
              </a:rPr>
              <a:t>The Business Case never stores its own copy, and never edits Scope-owned data.</a:t>
            </a:r>
          </a:p>
        </p:txBody>
      </p:sp>
      <p:sp>
        <p:nvSpPr>
          <p:cNvPr id="7" name="Controls title"/>
          <p:cNvSpPr/>
          <p:nvPr/>
        </p:nvSpPr>
        <p:spPr>
          <a:xfrm>
            <a:off x="7955279" y="96012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000" b="1" dirty="0">
                <a:solidFill>
                  <a:srgbClr val="1F2937"/>
                </a:solidFill>
                <a:latin typeface="Segoe UI"/>
                <a:cs typeface="Segoe UI"/>
              </a:rPr>
              <a:t>Required UI controls by section</a:t>
            </a:r>
          </a:p>
        </p:txBody>
      </p:sp>
      <p:sp>
        <p:nvSpPr>
          <p:cNvPr id="8" name="Ctrl card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55279" y="1280160"/>
            <a:ext cx="3794760" cy="12161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9" name="Ctrl accent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55279" y="1280160"/>
            <a:ext cx="54864" cy="1216152"/>
          </a:xfrm>
          <a:prstGeom prst="rect">
            <a:avLst/>
          </a:prstGeom>
          <a:solidFill>
            <a:srgbClr val="1E8E3E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10" name="Callout 1" descr="Callout 1 - see developer guide"/>
          <p:cNvSpPr/>
          <p:nvPr/>
        </p:nvSpPr>
        <p:spPr>
          <a:xfrm>
            <a:off x="8119872" y="1371600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11" name="Ctrl title 1"/>
          <p:cNvSpPr/>
          <p:nvPr/>
        </p:nvSpPr>
        <p:spPr>
          <a:xfrm>
            <a:off x="8366760" y="1335024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900" b="1" dirty="0">
                <a:solidFill>
                  <a:srgbClr val="1F2937"/>
                </a:solidFill>
                <a:latin typeface="Segoe UI"/>
                <a:cs typeface="Segoe UI"/>
              </a:rPr>
              <a:t>Migration Intake fields</a:t>
            </a:r>
          </a:p>
        </p:txBody>
      </p:sp>
      <p:sp>
        <p:nvSpPr>
          <p:cNvPr id="12" name="Ctrl list 1"/>
          <p:cNvSpPr/>
          <p:nvPr/>
        </p:nvSpPr>
        <p:spPr>
          <a:xfrm>
            <a:off x="8119872" y="1627631"/>
            <a:ext cx="3566160" cy="84124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t">
            <a:noAutofit/>
          </a:bodyPr>
          <a:lstStyle/>
          <a:p>
            <a:pPr marL="114300" indent="-114300" algn="l">
              <a:buFont typeface="Arial"/>
              <a:buChar char="•"/>
            </a:pPr>
            <a:r>
              <a:rPr lang="en-US" sz="800" b="0" dirty="0">
                <a:solidFill>
                  <a:srgbClr val="1F2937"/>
                </a:solidFill>
                <a:latin typeface="Segoe UI"/>
                <a:cs typeface="Segoe UI"/>
              </a:rPr>
              <a:t>Edit</a:t>
            </a:r>
          </a:p>
          <a:p>
            <a:pPr marL="114300" indent="-114300" algn="l">
              <a:buFont typeface="Arial"/>
              <a:buChar char="•"/>
            </a:pPr>
            <a:r>
              <a:rPr lang="en-US" sz="800" b="0" dirty="0">
                <a:solidFill>
                  <a:srgbClr val="1F2937"/>
                </a:solidFill>
                <a:latin typeface="Segoe UI"/>
                <a:cs typeface="Segoe UI"/>
              </a:rPr>
              <a:t>Save changes</a:t>
            </a:r>
          </a:p>
          <a:p>
            <a:pPr marL="114300" indent="-114300" algn="l">
              <a:buFont typeface="Arial"/>
              <a:buChar char="•"/>
            </a:pPr>
            <a:r>
              <a:rPr lang="en-US" sz="800" b="0" dirty="0">
                <a:solidFill>
                  <a:srgbClr val="1F2937"/>
                </a:solidFill>
                <a:latin typeface="Segoe UI"/>
                <a:cs typeface="Segoe UI"/>
              </a:rPr>
              <a:t>Cancel</a:t>
            </a:r>
          </a:p>
          <a:p>
            <a:pPr marL="114300" indent="-114300" algn="l">
              <a:buFont typeface="Arial"/>
              <a:buChar char="•"/>
            </a:pPr>
            <a:r>
              <a:rPr lang="en-US" sz="800" b="0" dirty="0">
                <a:solidFill>
                  <a:srgbClr val="1F2937"/>
                </a:solidFill>
                <a:latin typeface="Segoe UI"/>
                <a:cs typeface="Segoe UI"/>
              </a:rPr>
              <a:t>View change history</a:t>
            </a:r>
          </a:p>
        </p:txBody>
      </p:sp>
      <p:sp>
        <p:nvSpPr>
          <p:cNvPr id="13" name="Ctrl card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55279" y="2606039"/>
            <a:ext cx="3794760" cy="12161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14" name="Ctrl accen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55279" y="2606039"/>
            <a:ext cx="54864" cy="121615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15" name="Callout 2" descr="Callout 2 - see developer guide"/>
          <p:cNvSpPr/>
          <p:nvPr/>
        </p:nvSpPr>
        <p:spPr>
          <a:xfrm>
            <a:off x="8119872" y="2697479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16" name="Ctrl title 2"/>
          <p:cNvSpPr/>
          <p:nvPr/>
        </p:nvSpPr>
        <p:spPr>
          <a:xfrm>
            <a:off x="8366760" y="2660903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900" b="1" dirty="0">
                <a:solidFill>
                  <a:srgbClr val="1F2937"/>
                </a:solidFill>
                <a:latin typeface="Segoe UI"/>
                <a:cs typeface="Segoe UI"/>
              </a:rPr>
              <a:t>Scope fields</a:t>
            </a:r>
          </a:p>
        </p:txBody>
      </p:sp>
      <p:sp>
        <p:nvSpPr>
          <p:cNvPr id="17" name="Ctrl list 2"/>
          <p:cNvSpPr/>
          <p:nvPr/>
        </p:nvSpPr>
        <p:spPr>
          <a:xfrm>
            <a:off x="8119872" y="2953511"/>
            <a:ext cx="3566160" cy="84124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t">
            <a:noAutofit/>
          </a:bodyPr>
          <a:lstStyle/>
          <a:p>
            <a:pPr marL="114300" indent="-114300" algn="l">
              <a:buFont typeface="Arial"/>
              <a:buChar char="•"/>
            </a:pPr>
            <a:r>
              <a:rPr lang="en-US" sz="800" b="0" dirty="0">
                <a:solidFill>
                  <a:srgbClr val="1F2937"/>
                </a:solidFill>
                <a:latin typeface="Segoe UI"/>
                <a:cs typeface="Segoe UI"/>
              </a:rPr>
              <a:t>View only</a:t>
            </a:r>
          </a:p>
          <a:p>
            <a:pPr marL="114300" indent="-114300" algn="l">
              <a:buFont typeface="Arial"/>
              <a:buChar char="•"/>
            </a:pPr>
            <a:r>
              <a:rPr lang="en-US" sz="800" b="0" dirty="0">
                <a:solidFill>
                  <a:srgbClr val="1F2937"/>
                </a:solidFill>
                <a:latin typeface="Segoe UI"/>
                <a:cs typeface="Segoe UI"/>
              </a:rPr>
              <a:t>Go to Scope</a:t>
            </a:r>
          </a:p>
          <a:p>
            <a:pPr marL="114300" indent="-114300" algn="l">
              <a:buFont typeface="Arial"/>
              <a:buChar char="•"/>
            </a:pPr>
            <a:r>
              <a:rPr lang="en-US" sz="800" b="0" dirty="0">
                <a:solidFill>
                  <a:srgbClr val="1F2937"/>
                </a:solidFill>
                <a:latin typeface="Segoe UI"/>
                <a:cs typeface="Segoe UI"/>
              </a:rPr>
              <a:t>View Scope status</a:t>
            </a:r>
          </a:p>
          <a:p>
            <a:pPr marL="114300" indent="-114300" algn="l">
              <a:buFont typeface="Arial"/>
              <a:buChar char="•"/>
            </a:pPr>
            <a:r>
              <a:rPr lang="en-US" sz="800" b="0" dirty="0">
                <a:solidFill>
                  <a:srgbClr val="1F2937"/>
                </a:solidFill>
                <a:latin typeface="Segoe UI"/>
                <a:cs typeface="Segoe UI"/>
              </a:rPr>
              <a:t>View Scope approval history</a:t>
            </a:r>
          </a:p>
        </p:txBody>
      </p:sp>
      <p:sp>
        <p:nvSpPr>
          <p:cNvPr id="18" name="Ctrl card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55279" y="3931920"/>
            <a:ext cx="3794760" cy="12161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19" name="Ctrl accen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55279" y="3931920"/>
            <a:ext cx="54864" cy="1216152"/>
          </a:xfrm>
          <a:prstGeom prst="rect">
            <a:avLst/>
          </a:prstGeom>
          <a:solidFill>
            <a:srgbClr val="1565D8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20" name="Callout 3" descr="Callout 3 - see developer guide"/>
          <p:cNvSpPr/>
          <p:nvPr/>
        </p:nvSpPr>
        <p:spPr>
          <a:xfrm>
            <a:off x="8119872" y="4023359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21" name="Ctrl title 3"/>
          <p:cNvSpPr/>
          <p:nvPr/>
        </p:nvSpPr>
        <p:spPr>
          <a:xfrm>
            <a:off x="8366760" y="3986783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900" b="1" dirty="0">
                <a:solidFill>
                  <a:srgbClr val="1F2937"/>
                </a:solidFill>
                <a:latin typeface="Segoe UI"/>
                <a:cs typeface="Segoe UI"/>
              </a:rPr>
              <a:t>Calculated financials</a:t>
            </a:r>
          </a:p>
        </p:txBody>
      </p:sp>
      <p:sp>
        <p:nvSpPr>
          <p:cNvPr id="22" name="Ctrl list 3"/>
          <p:cNvSpPr/>
          <p:nvPr/>
        </p:nvSpPr>
        <p:spPr>
          <a:xfrm>
            <a:off x="8119872" y="4279392"/>
            <a:ext cx="3566160" cy="84124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t">
            <a:noAutofit/>
          </a:bodyPr>
          <a:lstStyle/>
          <a:p>
            <a:pPr marL="114300" indent="-114300" algn="l">
              <a:buFont typeface="Arial"/>
              <a:buChar char="•"/>
            </a:pPr>
            <a:r>
              <a:rPr lang="en-US" sz="800" b="0" dirty="0">
                <a:solidFill>
                  <a:srgbClr val="1F2937"/>
                </a:solidFill>
                <a:latin typeface="Segoe UI"/>
                <a:cs typeface="Segoe UI"/>
              </a:rPr>
              <a:t>View calculation details</a:t>
            </a:r>
          </a:p>
          <a:p>
            <a:pPr marL="114300" indent="-114300" algn="l">
              <a:buFont typeface="Arial"/>
              <a:buChar char="•"/>
            </a:pPr>
            <a:r>
              <a:rPr lang="en-US" sz="800" b="0" dirty="0">
                <a:solidFill>
                  <a:srgbClr val="1F2937"/>
                </a:solidFill>
                <a:latin typeface="Segoe UI"/>
                <a:cs typeface="Segoe UI"/>
              </a:rPr>
              <a:t>View cost-rate basis</a:t>
            </a:r>
          </a:p>
          <a:p>
            <a:pPr marL="114300" indent="-114300" algn="l">
              <a:buFont typeface="Arial"/>
              <a:buChar char="•"/>
            </a:pPr>
            <a:r>
              <a:rPr lang="en-US" sz="800" b="0" dirty="0">
                <a:solidFill>
                  <a:srgbClr val="1F2937"/>
                </a:solidFill>
                <a:latin typeface="Segoe UI"/>
                <a:cs typeface="Segoe UI"/>
              </a:rPr>
              <a:t>Refresh calculation</a:t>
            </a:r>
          </a:p>
          <a:p>
            <a:pPr marL="114300" indent="-114300" algn="l">
              <a:buFont typeface="Arial"/>
              <a:buChar char="•"/>
            </a:pPr>
            <a:r>
              <a:rPr lang="en-US" sz="800" b="0" dirty="0">
                <a:solidFill>
                  <a:srgbClr val="1F2937"/>
                </a:solidFill>
                <a:latin typeface="Segoe UI"/>
                <a:cs typeface="Segoe UI"/>
              </a:rPr>
              <a:t>View financial history</a:t>
            </a:r>
          </a:p>
        </p:txBody>
      </p:sp>
      <p:sp>
        <p:nvSpPr>
          <p:cNvPr id="23" name="Ctrl card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55279" y="5257800"/>
            <a:ext cx="3794760" cy="12161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24" name="Ctrl accen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55279" y="5257800"/>
            <a:ext cx="54864" cy="1216152"/>
          </a:xfrm>
          <a:prstGeom prst="rect">
            <a:avLst/>
          </a:prstGeom>
          <a:solidFill>
            <a:srgbClr val="1E8E3E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25" name="Callout 4" descr="Callout 4 - see developer guide"/>
          <p:cNvSpPr/>
          <p:nvPr/>
        </p:nvSpPr>
        <p:spPr>
          <a:xfrm>
            <a:off x="8119872" y="5349240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26" name="Ctrl title 4"/>
          <p:cNvSpPr/>
          <p:nvPr/>
        </p:nvSpPr>
        <p:spPr>
          <a:xfrm>
            <a:off x="8366760" y="5312664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900" b="1" dirty="0">
                <a:solidFill>
                  <a:srgbClr val="1F2937"/>
                </a:solidFill>
                <a:latin typeface="Segoe UI"/>
                <a:cs typeface="Segoe UI"/>
              </a:rPr>
              <a:t>Business Case-owned fields</a:t>
            </a:r>
          </a:p>
        </p:txBody>
      </p:sp>
      <p:sp>
        <p:nvSpPr>
          <p:cNvPr id="27" name="Ctrl list 4"/>
          <p:cNvSpPr/>
          <p:nvPr/>
        </p:nvSpPr>
        <p:spPr>
          <a:xfrm>
            <a:off x="8119872" y="5605272"/>
            <a:ext cx="3566160" cy="84124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t">
            <a:noAutofit/>
          </a:bodyPr>
          <a:lstStyle/>
          <a:p>
            <a:pPr marL="114300" indent="-114300" algn="l">
              <a:buFont typeface="Arial"/>
              <a:buChar char="•"/>
            </a:pPr>
            <a:r>
              <a:rPr lang="en-US" sz="800" b="0" dirty="0">
                <a:solidFill>
                  <a:srgbClr val="1F2937"/>
                </a:solidFill>
                <a:latin typeface="Segoe UI"/>
                <a:cs typeface="Segoe UI"/>
              </a:rPr>
              <a:t>Edit</a:t>
            </a:r>
          </a:p>
          <a:p>
            <a:pPr marL="114300" indent="-114300" algn="l">
              <a:buFont typeface="Arial"/>
              <a:buChar char="•"/>
            </a:pPr>
            <a:r>
              <a:rPr lang="en-US" sz="800" b="0" dirty="0">
                <a:solidFill>
                  <a:srgbClr val="1F2937"/>
                </a:solidFill>
                <a:latin typeface="Segoe UI"/>
                <a:cs typeface="Segoe UI"/>
              </a:rPr>
              <a:t>Save changes</a:t>
            </a:r>
          </a:p>
          <a:p>
            <a:pPr marL="114300" indent="-114300" algn="l">
              <a:buFont typeface="Arial"/>
              <a:buChar char="•"/>
            </a:pPr>
            <a:r>
              <a:rPr lang="en-US" sz="800" b="0" dirty="0">
                <a:solidFill>
                  <a:srgbClr val="1F2937"/>
                </a:solidFill>
                <a:latin typeface="Segoe UI"/>
                <a:cs typeface="Segoe UI"/>
              </a:rPr>
              <a:t>Complete</a:t>
            </a:r>
          </a:p>
          <a:p>
            <a:pPr marL="114300" indent="-114300" algn="l">
              <a:buFont typeface="Arial"/>
              <a:buChar char="•"/>
            </a:pPr>
            <a:r>
              <a:rPr lang="en-US" sz="800" b="0" dirty="0">
                <a:solidFill>
                  <a:srgbClr val="1F2937"/>
                </a:solidFill>
                <a:latin typeface="Segoe UI"/>
                <a:cs typeface="Segoe UI"/>
              </a:rPr>
              <a:t>Approve</a:t>
            </a:r>
          </a:p>
          <a:p>
            <a:pPr marL="114300" indent="-114300" algn="l">
              <a:buFont typeface="Arial"/>
              <a:buChar char="•"/>
            </a:pPr>
            <a:r>
              <a:rPr lang="en-US" sz="800" b="0" dirty="0">
                <a:solidFill>
                  <a:srgbClr val="1F2937"/>
                </a:solidFill>
                <a:latin typeface="Segoe UI"/>
                <a:cs typeface="Segoe UI"/>
              </a:rPr>
              <a:t>Return for revision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800" b="0" dirty="0">
                <a:solidFill>
                  <a:srgbClr val="000000"/>
                </a:solidFill>
                <a:latin typeface="Segoe UI"/>
                <a:cs typeface="Segoe UI"/>
              </a:rPr>
              <a:t>Business Case: Developer Guide (2 of 2)</a:t>
            </a:r>
          </a:p>
        </p:txBody>
      </p:sp>
      <p:sp>
        <p:nvSpPr>
          <p:cNvPr id="4" name="Subtitle"/>
          <p:cNvSpPr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900" b="0" dirty="0">
                <a:solidFill>
                  <a:srgbClr val="6B7280"/>
                </a:solidFill>
                <a:latin typeface="Segoe UI"/>
                <a:cs typeface="Segoe UI"/>
              </a:rPr>
              <a:t>Data flows, calculation logic and audit rules</a:t>
            </a:r>
          </a:p>
        </p:txBody>
      </p:sp>
      <p:sp>
        <p:nvSpPr>
          <p:cNvPr id="5" name="Flow A title"/>
          <p:cNvSpPr/>
          <p:nvPr/>
        </p:nvSpPr>
        <p:spPr>
          <a:xfrm>
            <a:off x="457200" y="1005840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000" b="1" dirty="0">
                <a:solidFill>
                  <a:srgbClr val="1F2937"/>
                </a:solidFill>
                <a:latin typeface="Segoe UI"/>
                <a:cs typeface="Segoe UI"/>
              </a:rPr>
              <a:t>A   Edit a Migration Intake field from the Business Case</a:t>
            </a:r>
          </a:p>
        </p:txBody>
      </p:sp>
      <p:sp>
        <p:nvSpPr>
          <p:cNvPr id="6" name="Flow A step 1"/>
          <p:cNvSpPr/>
          <p:nvPr/>
        </p:nvSpPr>
        <p:spPr>
          <a:xfrm>
            <a:off x="457200" y="1316736"/>
            <a:ext cx="1741932" cy="566928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1E8E3E"/>
                </a:solidFill>
                <a:latin typeface="Segoe UI"/>
                <a:cs typeface="Segoe UI"/>
              </a:rPr>
              <a:t>1</a:t>
            </a:r>
          </a:p>
          <a:p>
            <a:pPr algn="ctr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User edits and saves in Business Case</a:t>
            </a:r>
          </a:p>
        </p:txBody>
      </p:sp>
      <p:sp>
        <p:nvSpPr>
          <p:cNvPr id="7" name="Flow A arrow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26564" y="1536192"/>
            <a:ext cx="109728" cy="128016"/>
          </a:xfrm>
          <a:prstGeom prst="rightArrow">
            <a:avLst/>
          </a:prstGeom>
          <a:solidFill>
            <a:srgbClr val="9AA5B5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8" name="Flow A step 2"/>
          <p:cNvSpPr/>
          <p:nvPr/>
        </p:nvSpPr>
        <p:spPr>
          <a:xfrm>
            <a:off x="2363724" y="1316736"/>
            <a:ext cx="1741932" cy="566928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1E8E3E"/>
                </a:solidFill>
                <a:latin typeface="Segoe UI"/>
                <a:cs typeface="Segoe UI"/>
              </a:rPr>
              <a:t>2</a:t>
            </a:r>
          </a:p>
          <a:p>
            <a:pPr algn="ctr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Migration Intake field updated</a:t>
            </a:r>
          </a:p>
        </p:txBody>
      </p:sp>
      <p:sp>
        <p:nvSpPr>
          <p:cNvPr id="9" name="Flow A arrow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33088" y="1536192"/>
            <a:ext cx="109728" cy="128016"/>
          </a:xfrm>
          <a:prstGeom prst="rightArrow">
            <a:avLst/>
          </a:prstGeom>
          <a:solidFill>
            <a:srgbClr val="9AA5B5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10" name="Flow A step 3"/>
          <p:cNvSpPr/>
          <p:nvPr/>
        </p:nvSpPr>
        <p:spPr>
          <a:xfrm>
            <a:off x="4270248" y="1316736"/>
            <a:ext cx="1741932" cy="566928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1E8E3E"/>
                </a:solidFill>
                <a:latin typeface="Segoe UI"/>
                <a:cs typeface="Segoe UI"/>
              </a:rPr>
              <a:t>3</a:t>
            </a:r>
          </a:p>
          <a:p>
            <a:pPr algn="ctr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Project Attributes database updated</a:t>
            </a:r>
          </a:p>
        </p:txBody>
      </p:sp>
      <p:sp>
        <p:nvSpPr>
          <p:cNvPr id="11" name="Flow A arrow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39612" y="1536192"/>
            <a:ext cx="109728" cy="128016"/>
          </a:xfrm>
          <a:prstGeom prst="rightArrow">
            <a:avLst/>
          </a:prstGeom>
          <a:solidFill>
            <a:srgbClr val="9AA5B5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12" name="Flow A step 4"/>
          <p:cNvSpPr/>
          <p:nvPr/>
        </p:nvSpPr>
        <p:spPr>
          <a:xfrm>
            <a:off x="6176772" y="1316736"/>
            <a:ext cx="1741932" cy="566928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1E8E3E"/>
                </a:solidFill>
                <a:latin typeface="Segoe UI"/>
                <a:cs typeface="Segoe UI"/>
              </a:rPr>
              <a:t>4</a:t>
            </a:r>
          </a:p>
          <a:p>
            <a:pPr algn="ctr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Calculations and summaries refresh</a:t>
            </a:r>
          </a:p>
        </p:txBody>
      </p:sp>
      <p:sp>
        <p:nvSpPr>
          <p:cNvPr id="13" name="Flow A arrow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46136" y="1536192"/>
            <a:ext cx="109728" cy="128016"/>
          </a:xfrm>
          <a:prstGeom prst="rightArrow">
            <a:avLst/>
          </a:prstGeom>
          <a:solidFill>
            <a:srgbClr val="9AA5B5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14" name="Flow A step 5"/>
          <p:cNvSpPr/>
          <p:nvPr/>
        </p:nvSpPr>
        <p:spPr>
          <a:xfrm>
            <a:off x="8083296" y="1316736"/>
            <a:ext cx="1741932" cy="566928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1E8E3E"/>
                </a:solidFill>
                <a:latin typeface="Segoe UI"/>
                <a:cs typeface="Segoe UI"/>
              </a:rPr>
              <a:t>5</a:t>
            </a:r>
          </a:p>
          <a:p>
            <a:pPr algn="ctr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Change written to audit history</a:t>
            </a:r>
          </a:p>
        </p:txBody>
      </p:sp>
      <p:sp>
        <p:nvSpPr>
          <p:cNvPr id="15" name="Flow A arrow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52659" y="1536192"/>
            <a:ext cx="109728" cy="128016"/>
          </a:xfrm>
          <a:prstGeom prst="rightArrow">
            <a:avLst/>
          </a:prstGeom>
          <a:solidFill>
            <a:srgbClr val="9AA5B5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16" name="Flow A step 6"/>
          <p:cNvSpPr/>
          <p:nvPr/>
        </p:nvSpPr>
        <p:spPr>
          <a:xfrm>
            <a:off x="9989820" y="1316736"/>
            <a:ext cx="1741932" cy="566928"/>
          </a:xfrm>
          <a:prstGeom prst="roundRect">
            <a:avLst>
              <a:gd name="adj" fmla="val 10000"/>
            </a:avLst>
          </a:prstGeom>
          <a:solidFill>
            <a:srgbClr val="FFF4E0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B26A00"/>
                </a:solidFill>
                <a:latin typeface="Segoe UI"/>
                <a:cs typeface="Segoe UI"/>
              </a:rPr>
              <a:t>6</a:t>
            </a:r>
          </a:p>
          <a:p>
            <a:pPr algn="ctr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Completed / approved artifacts flagged for review</a:t>
            </a:r>
          </a:p>
        </p:txBody>
      </p:sp>
      <p:sp>
        <p:nvSpPr>
          <p:cNvPr id="17" name="Flow A note"/>
          <p:cNvSpPr/>
          <p:nvPr/>
        </p:nvSpPr>
        <p:spPr>
          <a:xfrm>
            <a:off x="457200" y="1901952"/>
            <a:ext cx="1124712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0" dirty="0">
                <a:solidFill>
                  <a:srgbClr val="6B7280"/>
                </a:solidFill>
                <a:latin typeface="Segoe UI"/>
                <a:cs typeface="Segoe UI"/>
              </a:rPr>
              <a:t>Business Case reads and writes the same Project Attributes record; it never holds a separate copy.</a:t>
            </a:r>
          </a:p>
        </p:txBody>
      </p:sp>
      <p:sp>
        <p:nvSpPr>
          <p:cNvPr id="18" name="Flow B title"/>
          <p:cNvSpPr/>
          <p:nvPr/>
        </p:nvSpPr>
        <p:spPr>
          <a:xfrm>
            <a:off x="457200" y="2176272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000" b="1" dirty="0">
                <a:solidFill>
                  <a:srgbClr val="1F2937"/>
                </a:solidFill>
                <a:latin typeface="Segoe UI"/>
                <a:cs typeface="Segoe UI"/>
              </a:rPr>
              <a:t>B   Change Scope data (always from the Scope artifact)</a:t>
            </a:r>
          </a:p>
        </p:txBody>
      </p:sp>
      <p:sp>
        <p:nvSpPr>
          <p:cNvPr id="19" name="Flow B step 1"/>
          <p:cNvSpPr/>
          <p:nvPr/>
        </p:nvSpPr>
        <p:spPr>
          <a:xfrm>
            <a:off x="457200" y="2487168"/>
            <a:ext cx="1469571" cy="566928"/>
          </a:xfrm>
          <a:prstGeom prst="roundRect">
            <a:avLst>
              <a:gd name="adj" fmla="val 10000"/>
            </a:avLst>
          </a:prstGeom>
          <a:solidFill>
            <a:srgbClr val="EAF2FD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1565D8"/>
                </a:solidFill>
                <a:latin typeface="Segoe UI"/>
                <a:cs typeface="Segoe UI"/>
              </a:rPr>
              <a:t>1</a:t>
            </a:r>
          </a:p>
          <a:p>
            <a:pPr algn="ctr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User selects Go to Scope</a:t>
            </a:r>
          </a:p>
        </p:txBody>
      </p:sp>
      <p:sp>
        <p:nvSpPr>
          <p:cNvPr id="20" name="Flow B arrow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954203" y="2706624"/>
            <a:ext cx="109728" cy="128016"/>
          </a:xfrm>
          <a:prstGeom prst="rightArrow">
            <a:avLst/>
          </a:prstGeom>
          <a:solidFill>
            <a:srgbClr val="9AA5B5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21" name="Flow B step 2"/>
          <p:cNvSpPr/>
          <p:nvPr/>
        </p:nvSpPr>
        <p:spPr>
          <a:xfrm>
            <a:off x="2091363" y="2487168"/>
            <a:ext cx="1469571" cy="566928"/>
          </a:xfrm>
          <a:prstGeom prst="roundRect">
            <a:avLst>
              <a:gd name="adj" fmla="val 10000"/>
            </a:avLst>
          </a:prstGeom>
          <a:solidFill>
            <a:srgbClr val="EAF2FD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1565D8"/>
                </a:solidFill>
                <a:latin typeface="Segoe UI"/>
                <a:cs typeface="Segoe UI"/>
              </a:rPr>
              <a:t>2</a:t>
            </a:r>
          </a:p>
          <a:p>
            <a:pPr algn="ctr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Scope artifact opens</a:t>
            </a:r>
          </a:p>
        </p:txBody>
      </p:sp>
      <p:sp>
        <p:nvSpPr>
          <p:cNvPr id="22" name="Flow B arrow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88366" y="2706624"/>
            <a:ext cx="109728" cy="128016"/>
          </a:xfrm>
          <a:prstGeom prst="rightArrow">
            <a:avLst/>
          </a:prstGeom>
          <a:solidFill>
            <a:srgbClr val="9AA5B5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23" name="Flow B step 3"/>
          <p:cNvSpPr/>
          <p:nvPr/>
        </p:nvSpPr>
        <p:spPr>
          <a:xfrm>
            <a:off x="3725526" y="2487168"/>
            <a:ext cx="1469571" cy="566928"/>
          </a:xfrm>
          <a:prstGeom prst="roundRect">
            <a:avLst>
              <a:gd name="adj" fmla="val 10000"/>
            </a:avLst>
          </a:prstGeom>
          <a:solidFill>
            <a:srgbClr val="EAF2FD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1565D8"/>
                </a:solidFill>
                <a:latin typeface="Segoe UI"/>
                <a:cs typeface="Segoe UI"/>
              </a:rPr>
              <a:t>3</a:t>
            </a:r>
          </a:p>
          <a:p>
            <a:pPr algn="ctr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User edits and saves Scope</a:t>
            </a:r>
          </a:p>
        </p:txBody>
      </p:sp>
      <p:sp>
        <p:nvSpPr>
          <p:cNvPr id="24" name="Flow B arrow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22530" y="2706624"/>
            <a:ext cx="109728" cy="128016"/>
          </a:xfrm>
          <a:prstGeom prst="rightArrow">
            <a:avLst/>
          </a:prstGeom>
          <a:solidFill>
            <a:srgbClr val="9AA5B5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25" name="Flow B step 4"/>
          <p:cNvSpPr/>
          <p:nvPr/>
        </p:nvSpPr>
        <p:spPr>
          <a:xfrm>
            <a:off x="5359690" y="2487168"/>
            <a:ext cx="1469571" cy="566928"/>
          </a:xfrm>
          <a:prstGeom prst="roundRect">
            <a:avLst>
              <a:gd name="adj" fmla="val 10000"/>
            </a:avLst>
          </a:prstGeom>
          <a:solidFill>
            <a:srgbClr val="EAF2FD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1565D8"/>
                </a:solidFill>
                <a:latin typeface="Segoe UI"/>
                <a:cs typeface="Segoe UI"/>
              </a:rPr>
              <a:t>4</a:t>
            </a:r>
          </a:p>
          <a:p>
            <a:pPr algn="ctr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Project Attributes database updated</a:t>
            </a:r>
          </a:p>
        </p:txBody>
      </p:sp>
      <p:sp>
        <p:nvSpPr>
          <p:cNvPr id="26" name="Flow B arrow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6693" y="2706624"/>
            <a:ext cx="109728" cy="128016"/>
          </a:xfrm>
          <a:prstGeom prst="rightArrow">
            <a:avLst/>
          </a:prstGeom>
          <a:solidFill>
            <a:srgbClr val="9AA5B5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27" name="Flow B step 5"/>
          <p:cNvSpPr/>
          <p:nvPr/>
        </p:nvSpPr>
        <p:spPr>
          <a:xfrm>
            <a:off x="6993853" y="2487168"/>
            <a:ext cx="1469571" cy="566928"/>
          </a:xfrm>
          <a:prstGeom prst="roundRect">
            <a:avLst>
              <a:gd name="adj" fmla="val 10000"/>
            </a:avLst>
          </a:prstGeom>
          <a:solidFill>
            <a:srgbClr val="EAF2FD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1565D8"/>
                </a:solidFill>
                <a:latin typeface="Segoe UI"/>
                <a:cs typeface="Segoe UI"/>
              </a:rPr>
              <a:t>5</a:t>
            </a:r>
          </a:p>
          <a:p>
            <a:pPr algn="ctr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Business Case refreshes automatically</a:t>
            </a:r>
          </a:p>
        </p:txBody>
      </p:sp>
      <p:sp>
        <p:nvSpPr>
          <p:cNvPr id="28" name="Flow B arrow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90857" y="2706624"/>
            <a:ext cx="109728" cy="128016"/>
          </a:xfrm>
          <a:prstGeom prst="rightArrow">
            <a:avLst/>
          </a:prstGeom>
          <a:solidFill>
            <a:srgbClr val="9AA5B5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29" name="Flow B step 6"/>
          <p:cNvSpPr/>
          <p:nvPr/>
        </p:nvSpPr>
        <p:spPr>
          <a:xfrm>
            <a:off x="8628017" y="2487168"/>
            <a:ext cx="1469571" cy="566928"/>
          </a:xfrm>
          <a:prstGeom prst="roundRect">
            <a:avLst>
              <a:gd name="adj" fmla="val 10000"/>
            </a:avLst>
          </a:prstGeom>
          <a:solidFill>
            <a:srgbClr val="EAF2FD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1565D8"/>
                </a:solidFill>
                <a:latin typeface="Segoe UI"/>
                <a:cs typeface="Segoe UI"/>
              </a:rPr>
              <a:t>6</a:t>
            </a:r>
          </a:p>
          <a:p>
            <a:pPr algn="ctr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Financials recalculated</a:t>
            </a:r>
          </a:p>
        </p:txBody>
      </p:sp>
      <p:sp>
        <p:nvSpPr>
          <p:cNvPr id="30" name="Flow B arrow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25020" y="2706624"/>
            <a:ext cx="109728" cy="128016"/>
          </a:xfrm>
          <a:prstGeom prst="rightArrow">
            <a:avLst/>
          </a:prstGeom>
          <a:solidFill>
            <a:srgbClr val="9AA5B5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31" name="Flow B step 7"/>
          <p:cNvSpPr/>
          <p:nvPr/>
        </p:nvSpPr>
        <p:spPr>
          <a:xfrm>
            <a:off x="10262180" y="2487168"/>
            <a:ext cx="1469571" cy="566928"/>
          </a:xfrm>
          <a:prstGeom prst="roundRect">
            <a:avLst>
              <a:gd name="adj" fmla="val 10000"/>
            </a:avLst>
          </a:prstGeom>
          <a:solidFill>
            <a:srgbClr val="FFF4E0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B26A00"/>
                </a:solidFill>
                <a:latin typeface="Segoe UI"/>
                <a:cs typeface="Segoe UI"/>
              </a:rPr>
              <a:t>7</a:t>
            </a:r>
          </a:p>
          <a:p>
            <a:pPr algn="ctr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Reapproval if Scope was completed / approved</a:t>
            </a:r>
          </a:p>
        </p:txBody>
      </p:sp>
      <p:sp>
        <p:nvSpPr>
          <p:cNvPr id="32" name="Calc card"/>
          <p:cNvSpPr/>
          <p:nvPr/>
        </p:nvSpPr>
        <p:spPr>
          <a:xfrm>
            <a:off x="457200" y="3246120"/>
            <a:ext cx="5577840" cy="333756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9525">
            <a:solidFill>
              <a:srgbClr val="DDE3EC"/>
            </a:solidFill>
          </a:ln>
        </p:spPr>
        <p:txBody>
          <a:bodyPr wrap="square" lIns="128016" tIns="27432" rIns="128016" bIns="27432" rtlCol="0" anchor="t">
            <a:noAutofit/>
          </a:bodyPr>
          <a:lstStyle/>
          <a:p>
            <a:pPr algn="l">
              <a:buNone/>
            </a:pPr>
            <a:r>
              <a:rPr lang="en-US" sz="1000" b="1" dirty="0">
                <a:solidFill>
                  <a:srgbClr val="1F2937"/>
                </a:solidFill>
                <a:latin typeface="Segoe UI"/>
                <a:cs typeface="Segoe UI"/>
              </a:rPr>
              <a:t>Financial calculation logic (proposed)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750" b="0" dirty="0">
                <a:solidFill>
                  <a:srgbClr val="6B7280"/>
                </a:solidFill>
                <a:latin typeface="Segoe UI"/>
                <a:cs typeface="Segoe UI"/>
              </a:rPr>
              <a:t>Inputs: source location and destination GSC site (Intake), headcount by job level (Scope), fully loaded annual cost rates (cost database).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800" b="1" dirty="0">
                <a:solidFill>
                  <a:srgbClr val="1F2937"/>
                </a:solidFill>
                <a:latin typeface="Segoe UI"/>
                <a:cs typeface="Segoe UI"/>
              </a:rPr>
              <a:t>Current annual cost</a:t>
            </a:r>
            <a:r>
              <a:rPr lang="en-US" sz="800" b="0" dirty="0">
                <a:solidFill>
                  <a:srgbClr val="1F2937"/>
                </a:solidFill>
                <a:latin typeface="Segoe UI"/>
                <a:cs typeface="Segoe UI"/>
              </a:rPr>
              <a:t> = sum of FTE per job level x source-location rate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800" b="1" dirty="0">
                <a:solidFill>
                  <a:srgbClr val="1F2937"/>
                </a:solidFill>
                <a:latin typeface="Segoe UI"/>
                <a:cs typeface="Segoe UI"/>
              </a:rPr>
              <a:t>Future annual cost</a:t>
            </a:r>
            <a:r>
              <a:rPr lang="en-US" sz="800" b="0" dirty="0">
                <a:solidFill>
                  <a:srgbClr val="1F2937"/>
                </a:solidFill>
                <a:latin typeface="Segoe UI"/>
                <a:cs typeface="Segoe UI"/>
              </a:rPr>
              <a:t> = sum of FTE per job level x destination GSC rate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800" b="1" dirty="0">
                <a:solidFill>
                  <a:srgbClr val="1F2937"/>
                </a:solidFill>
                <a:latin typeface="Segoe UI"/>
                <a:cs typeface="Segoe UI"/>
              </a:rPr>
              <a:t>Annual gross benefit</a:t>
            </a:r>
            <a:r>
              <a:rPr lang="en-US" sz="800" b="0" dirty="0">
                <a:solidFill>
                  <a:srgbClr val="1F2937"/>
                </a:solidFill>
                <a:latin typeface="Segoe UI"/>
                <a:cs typeface="Segoe UI"/>
              </a:rPr>
              <a:t> = Current - Future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800" b="1" dirty="0">
                <a:solidFill>
                  <a:srgbClr val="1F2937"/>
                </a:solidFill>
                <a:latin typeface="Segoe UI"/>
                <a:cs typeface="Segoe UI"/>
              </a:rPr>
              <a:t>Benefit %</a:t>
            </a:r>
            <a:r>
              <a:rPr lang="en-US" sz="800" b="0" dirty="0">
                <a:solidFill>
                  <a:srgbClr val="1F2937"/>
                </a:solidFill>
                <a:latin typeface="Segoe UI"/>
                <a:cs typeface="Segoe UI"/>
              </a:rPr>
              <a:t> = Gross benefit / Current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800" b="1" dirty="0">
                <a:solidFill>
                  <a:srgbClr val="1F2937"/>
                </a:solidFill>
                <a:latin typeface="Segoe UI"/>
                <a:cs typeface="Segoe UI"/>
              </a:rPr>
              <a:t>Recurring annual benefit</a:t>
            </a:r>
            <a:r>
              <a:rPr lang="en-US" sz="800" b="0" dirty="0">
                <a:solidFill>
                  <a:srgbClr val="1F2937"/>
                </a:solidFill>
                <a:latin typeface="Segoe UI"/>
                <a:cs typeface="Segoe UI"/>
              </a:rPr>
              <a:t> = Gross benefit (full run-rate)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800" b="1" dirty="0">
                <a:solidFill>
                  <a:srgbClr val="1F2937"/>
                </a:solidFill>
                <a:latin typeface="Segoe UI"/>
                <a:cs typeface="Segoe UI"/>
              </a:rPr>
              <a:t>Net first-year benefit</a:t>
            </a:r>
            <a:r>
              <a:rPr lang="en-US" sz="800" b="0" dirty="0">
                <a:solidFill>
                  <a:srgbClr val="1F2937"/>
                </a:solidFill>
                <a:latin typeface="Segoe UI"/>
                <a:cs typeface="Segoe UI"/>
              </a:rPr>
              <a:t> = Gross benefit - adjusted one-time costs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800" b="1" dirty="0">
                <a:solidFill>
                  <a:srgbClr val="1F2937"/>
                </a:solidFill>
                <a:latin typeface="Segoe UI"/>
                <a:cs typeface="Segoe UI"/>
              </a:rPr>
              <a:t>Payback (months)</a:t>
            </a:r>
            <a:r>
              <a:rPr lang="en-US" sz="800" b="0" dirty="0">
                <a:solidFill>
                  <a:srgbClr val="1F2937"/>
                </a:solidFill>
                <a:latin typeface="Segoe UI"/>
                <a:cs typeface="Segoe UI"/>
              </a:rPr>
              <a:t> = Adjusted one-time costs / (Gross benefit / 12)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750" b="0" dirty="0">
                <a:solidFill>
                  <a:srgbClr val="6B7280"/>
                </a:solidFill>
                <a:latin typeface="Segoe UI"/>
                <a:cs typeface="Segoe UI"/>
              </a:rPr>
              <a:t>Outputs are read-only. Refresh recalculates from current Intake, Scope and rates.</a:t>
            </a:r>
          </a:p>
        </p:txBody>
      </p:sp>
      <p:sp>
        <p:nvSpPr>
          <p:cNvPr id="33" name="Audit card"/>
          <p:cNvSpPr/>
          <p:nvPr/>
        </p:nvSpPr>
        <p:spPr>
          <a:xfrm>
            <a:off x="6217920" y="3246120"/>
            <a:ext cx="5532120" cy="3337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128016" tIns="27432" rIns="128016" bIns="27432" rtlCol="0" anchor="t">
            <a:noAutofit/>
          </a:bodyPr>
          <a:lstStyle/>
          <a:p>
            <a:pPr algn="l">
              <a:buNone/>
            </a:pPr>
            <a:r>
              <a:rPr lang="en-US" sz="1000" b="1" dirty="0">
                <a:solidFill>
                  <a:srgbClr val="1F2937"/>
                </a:solidFill>
                <a:latin typeface="Segoe UI"/>
                <a:cs typeface="Segoe UI"/>
              </a:rPr>
              <a:t>Adjustments, audit and approvals</a:t>
            </a:r>
          </a:p>
          <a:p>
            <a:pPr marL="114300" indent="-114300" algn="l">
              <a:spcBef>
                <a:spcPts val="400"/>
              </a:spcBef>
              <a:buFont typeface="Arial"/>
              <a:buChar char="•"/>
            </a:pPr>
            <a:r>
              <a:rPr lang="en-US" sz="800" b="0" dirty="0">
                <a:solidFill>
                  <a:srgbClr val="1F2937"/>
                </a:solidFill>
                <a:latin typeface="Segoe UI"/>
                <a:cs typeface="Segoe UI"/>
              </a:rPr>
              <a:t>Adjustments never overwrite the system baseline; both are shown side by side.</a:t>
            </a:r>
          </a:p>
          <a:p>
            <a:pPr marL="114300" indent="-114300" algn="l">
              <a:spcBef>
                <a:spcPts val="250"/>
              </a:spcBef>
              <a:buFont typeface="Arial"/>
              <a:buChar char="•"/>
            </a:pPr>
            <a:r>
              <a:rPr lang="en-US" sz="800" b="0" dirty="0">
                <a:solidFill>
                  <a:srgbClr val="1F2937"/>
                </a:solidFill>
                <a:latin typeface="Segoe UI"/>
                <a:cs typeface="Segoe UI"/>
              </a:rPr>
              <a:t>Each adjustment stores: system value, manual adjustment, adjusted final value, reason (mandatory), user, date and time.</a:t>
            </a:r>
          </a:p>
          <a:p>
            <a:pPr marL="114300" indent="-114300" algn="l">
              <a:spcBef>
                <a:spcPts val="250"/>
              </a:spcBef>
              <a:buFont typeface="Arial"/>
              <a:buChar char="•"/>
            </a:pPr>
            <a:r>
              <a:rPr lang="en-US" sz="800" b="0" dirty="0">
                <a:solidFill>
                  <a:srgbClr val="1F2937"/>
                </a:solidFill>
                <a:latin typeface="Segoe UI"/>
                <a:cs typeface="Segoe UI"/>
              </a:rPr>
              <a:t>On Refresh the baseline recalculates; existing adjustments stay visible and re-apply.</a:t>
            </a:r>
          </a:p>
          <a:p>
            <a:pPr marL="114300" indent="-114300" algn="l">
              <a:spcBef>
                <a:spcPts val="250"/>
              </a:spcBef>
              <a:buFont typeface="Arial"/>
              <a:buChar char="•"/>
            </a:pPr>
            <a:r>
              <a:rPr lang="en-US" sz="800" b="0" dirty="0">
                <a:solidFill>
                  <a:srgbClr val="1F2937"/>
                </a:solidFill>
                <a:latin typeface="Segoe UI"/>
                <a:cs typeface="Segoe UI"/>
              </a:rPr>
              <a:t>Every edit writes an audit entry; edits touching a completed / approved artifact raise an approval flag.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850" b="1" dirty="0">
                <a:solidFill>
                  <a:srgbClr val="1F2937"/>
                </a:solidFill>
                <a:latin typeface="Segoe UI"/>
                <a:cs typeface="Segoe UI"/>
              </a:rPr>
              <a:t>Suggested records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700" b="0" dirty="0">
                <a:solidFill>
                  <a:srgbClr val="1F2937"/>
                </a:solidFill>
                <a:latin typeface="Consolas"/>
                <a:cs typeface="Consolas"/>
              </a:rPr>
              <a:t>FinancialAdjustment { field, systemValue, adjustment, adjustedValue, reason, user, timestamp }</a:t>
            </a:r>
          </a:p>
          <a:p>
            <a:pPr algn="l">
              <a:spcBef>
                <a:spcPts val="150"/>
              </a:spcBef>
              <a:buNone/>
            </a:pPr>
            <a:r>
              <a:rPr lang="en-US" sz="700" b="0" dirty="0">
                <a:solidFill>
                  <a:srgbClr val="1F2937"/>
                </a:solidFill>
                <a:latin typeface="Consolas"/>
                <a:cs typeface="Consolas"/>
              </a:rPr>
              <a:t>AuditEntry { artifact, field, oldValue, newValue, editedFromArtifact, user, timestamp }</a:t>
            </a:r>
          </a:p>
          <a:p>
            <a:pPr algn="l">
              <a:spcBef>
                <a:spcPts val="150"/>
              </a:spcBef>
              <a:buNone/>
            </a:pPr>
            <a:r>
              <a:rPr lang="en-US" sz="700" b="0" dirty="0">
                <a:solidFill>
                  <a:srgbClr val="1F2937"/>
                </a:solidFill>
                <a:latin typeface="Consolas"/>
                <a:cs typeface="Consolas"/>
              </a:rPr>
              <a:t>ApprovalFlag { artifact, triggeredBy, reason, status 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43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E11EDD-1F3F-3C1D-1EAD-122C5E9C1EF9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0723274-8BB9-C013-9CE6-3AF9E6F842A1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2AFD4"/>
          </a:solidFill>
          <a:ln w="12700">
            <a:solidFill>
              <a:srgbClr val="42AF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1EA9444-C96F-3B48-5CE3-90D500C4452D}"/>
              </a:ext>
            </a:extLst>
          </p:cNvPr>
          <p:cNvSpPr/>
          <p:nvPr/>
        </p:nvSpPr>
        <p:spPr>
          <a:xfrm>
            <a:off x="658368" y="914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42AFD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WPM Pulse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924D015-226B-1011-280A-6A2B42B69F85}"/>
              </a:ext>
            </a:extLst>
          </p:cNvPr>
          <p:cNvSpPr/>
          <p:nvPr/>
        </p:nvSpPr>
        <p:spPr>
          <a:xfrm>
            <a:off x="658368" y="1508760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Stakeholder Registration Tile</a:t>
            </a:r>
            <a:endParaRPr kumimoji="0" lang="en-US" sz="3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B5C9896-3B5D-3601-E22E-85138F4789AB}"/>
              </a:ext>
            </a:extLst>
          </p:cNvPr>
          <p:cNvSpPr/>
          <p:nvPr/>
        </p:nvSpPr>
        <p:spPr>
          <a:xfrm>
            <a:off x="685800" y="295351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D5E8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Visual mock-ups to guide design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9C38BF6-CADD-E8D2-B700-7F7A444EC54C}"/>
              </a:ext>
            </a:extLst>
          </p:cNvPr>
          <p:cNvSpPr/>
          <p:nvPr/>
        </p:nvSpPr>
        <p:spPr>
          <a:xfrm>
            <a:off x="685800" y="59893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AFCA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Design concepts only • Illustrative data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39560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/>
          <p:nvPr/>
        </p:nvSpPr>
        <p:spPr>
          <a:xfrm>
            <a:off x="457200" y="201168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800" b="0" dirty="0">
                <a:solidFill>
                  <a:srgbClr val="000000"/>
                </a:solidFill>
                <a:latin typeface="Segoe UI"/>
                <a:cs typeface="Segoe UI"/>
              </a:rPr>
              <a:t>Stakeholder Registration (1 of 2)</a:t>
            </a:r>
          </a:p>
        </p:txBody>
      </p:sp>
      <p:sp>
        <p:nvSpPr>
          <p:cNvPr id="4" name="Subtitle"/>
          <p:cNvSpPr/>
          <p:nvPr/>
        </p:nvSpPr>
        <p:spPr>
          <a:xfrm>
            <a:off x="5486400" y="274320"/>
            <a:ext cx="612648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r">
              <a:buNone/>
            </a:pPr>
            <a:r>
              <a:rPr lang="en-US" sz="900" b="0" dirty="0">
                <a:solidFill>
                  <a:srgbClr val="6B7280"/>
                </a:solidFill>
                <a:latin typeface="Segoe UI"/>
                <a:cs typeface="Segoe UI"/>
              </a:rPr>
              <a:t>Mock-up  |  Illustrative data  |  Orange numbers map to the developer guide</a:t>
            </a:r>
          </a:p>
        </p:txBody>
      </p:sp>
      <p:sp>
        <p:nvSpPr>
          <p:cNvPr id="5" name="App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777240"/>
            <a:ext cx="11064240" cy="5897880"/>
          </a:xfrm>
          <a:prstGeom prst="rect">
            <a:avLst/>
          </a:prstGeom>
          <a:solidFill>
            <a:srgbClr val="F3F6FA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6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777240"/>
            <a:ext cx="110642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7" name="Search"/>
          <p:cNvSpPr/>
          <p:nvPr/>
        </p:nvSpPr>
        <p:spPr>
          <a:xfrm>
            <a:off x="731520" y="841248"/>
            <a:ext cx="3657600" cy="256032"/>
          </a:xfrm>
          <a:prstGeom prst="roundRect">
            <a:avLst>
              <a:gd name="adj" fmla="val 20000"/>
            </a:avLst>
          </a:prstGeom>
          <a:solidFill>
            <a:srgbClr val="F3F6FA"/>
          </a:solidFill>
          <a:ln w="9525">
            <a:solidFill>
              <a:srgbClr val="DDE3EC"/>
            </a:solidFill>
          </a:ln>
        </p:spPr>
        <p:txBody>
          <a:bodyPr wrap="square" lIns="91440" tIns="27432" rIns="91440" bIns="27432" rtlCol="0" anchor="ctr">
            <a:noAutofit/>
          </a:bodyPr>
          <a:lstStyle/>
          <a:p>
            <a:pPr algn="l">
              <a:buNone/>
            </a:pPr>
            <a:r>
              <a:rPr lang="en-US" sz="750" b="0" dirty="0">
                <a:solidFill>
                  <a:srgbClr val="6B7280"/>
                </a:solidFill>
                <a:latin typeface="Segoe UI"/>
                <a:cs typeface="Segoe UI"/>
              </a:rPr>
              <a:t>Search project, request, FTE ID...</a:t>
            </a:r>
          </a:p>
        </p:txBody>
      </p:sp>
      <p:sp>
        <p:nvSpPr>
          <p:cNvPr id="8" name="Avatar"/>
          <p:cNvSpPr/>
          <p:nvPr/>
        </p:nvSpPr>
        <p:spPr>
          <a:xfrm>
            <a:off x="10515600" y="841248"/>
            <a:ext cx="256032" cy="256032"/>
          </a:xfrm>
          <a:prstGeom prst="ellipse">
            <a:avLst/>
          </a:prstGeom>
          <a:solidFill>
            <a:srgbClr val="0B2A4A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FFFFFF"/>
                </a:solidFill>
                <a:latin typeface="Segoe UI"/>
                <a:cs typeface="Segoe UI"/>
              </a:rPr>
              <a:t>HJ</a:t>
            </a:r>
          </a:p>
        </p:txBody>
      </p:sp>
      <p:sp>
        <p:nvSpPr>
          <p:cNvPr id="9" name="User name"/>
          <p:cNvSpPr/>
          <p:nvPr/>
        </p:nvSpPr>
        <p:spPr>
          <a:xfrm>
            <a:off x="10808208" y="841248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H. Jacome</a:t>
            </a:r>
          </a:p>
        </p:txBody>
      </p:sp>
      <p:sp>
        <p:nvSpPr>
          <p:cNvPr id="10" name="Breadcrumb"/>
          <p:cNvSpPr/>
          <p:nvPr/>
        </p:nvSpPr>
        <p:spPr>
          <a:xfrm>
            <a:off x="731520" y="1371600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 dirty="0">
                <a:solidFill>
                  <a:srgbClr val="6B7280"/>
                </a:solidFill>
                <a:latin typeface="Segoe UI"/>
                <a:cs typeface="Segoe UI"/>
              </a:rPr>
              <a:t>Projects  &gt;  Ocean EU Hub Migration  &gt;  Stakeholder Registration</a:t>
            </a:r>
          </a:p>
        </p:txBody>
      </p:sp>
      <p:sp>
        <p:nvSpPr>
          <p:cNvPr id="11" name="Header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1554480"/>
            <a:ext cx="10698480" cy="56692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12" name="Page title"/>
          <p:cNvSpPr/>
          <p:nvPr/>
        </p:nvSpPr>
        <p:spPr>
          <a:xfrm>
            <a:off x="868680" y="1591056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1F2937"/>
                </a:solidFill>
                <a:latin typeface="Segoe UI"/>
                <a:cs typeface="Segoe UI"/>
              </a:rPr>
              <a:t>Stakeholder Registration</a:t>
            </a:r>
          </a:p>
        </p:txBody>
      </p:sp>
      <p:sp>
        <p:nvSpPr>
          <p:cNvPr id="13" name="Status chip"/>
          <p:cNvSpPr/>
          <p:nvPr/>
        </p:nvSpPr>
        <p:spPr>
          <a:xfrm>
            <a:off x="3246120" y="1645920"/>
            <a:ext cx="822960" cy="201168"/>
          </a:xfrm>
          <a:prstGeom prst="roundRect">
            <a:avLst>
              <a:gd name="adj" fmla="val 50000"/>
            </a:avLst>
          </a:prstGeom>
          <a:solidFill>
            <a:srgbClr val="EAF2FD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 dirty="0">
                <a:solidFill>
                  <a:srgbClr val="1565D8"/>
                </a:solidFill>
                <a:latin typeface="Segoe UI"/>
                <a:cs typeface="Segoe UI"/>
              </a:rPr>
              <a:t>IN PROGRESS</a:t>
            </a:r>
          </a:p>
        </p:txBody>
      </p:sp>
      <p:sp>
        <p:nvSpPr>
          <p:cNvPr id="14" name="Page subtitle"/>
          <p:cNvSpPr/>
          <p:nvPr/>
        </p:nvSpPr>
        <p:spPr>
          <a:xfrm>
            <a:off x="868680" y="1874519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0" dirty="0">
                <a:solidFill>
                  <a:srgbClr val="6B7280"/>
                </a:solidFill>
                <a:latin typeface="Segoe UI"/>
                <a:cs typeface="Segoe UI"/>
              </a:rPr>
              <a:t>Ocean EU Hub Migration  |  PRJ-2026-014  |  Phase: Initiate  |  Last saved 14 Oct 2026, 10:42</a:t>
            </a:r>
          </a:p>
        </p:txBody>
      </p:sp>
      <p:sp>
        <p:nvSpPr>
          <p:cNvPr id="15" name="Export button"/>
          <p:cNvSpPr/>
          <p:nvPr/>
        </p:nvSpPr>
        <p:spPr>
          <a:xfrm>
            <a:off x="9646920" y="1719072"/>
            <a:ext cx="73152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 dirty="0">
                <a:solidFill>
                  <a:srgbClr val="1F2937"/>
                </a:solidFill>
                <a:latin typeface="Segoe UI"/>
                <a:cs typeface="Segoe UI"/>
              </a:rPr>
              <a:t>Export</a:t>
            </a:r>
          </a:p>
        </p:txBody>
      </p:sp>
      <p:sp>
        <p:nvSpPr>
          <p:cNvPr id="16" name="Save draft button"/>
          <p:cNvSpPr/>
          <p:nvPr/>
        </p:nvSpPr>
        <p:spPr>
          <a:xfrm>
            <a:off x="10469880" y="1719072"/>
            <a:ext cx="82296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1565D8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 dirty="0">
                <a:solidFill>
                  <a:srgbClr val="1565D8"/>
                </a:solidFill>
                <a:latin typeface="Segoe UI"/>
                <a:cs typeface="Segoe UI"/>
              </a:rPr>
              <a:t>Save draft</a:t>
            </a:r>
          </a:p>
        </p:txBody>
      </p:sp>
      <p:sp>
        <p:nvSpPr>
          <p:cNvPr id="17" name="Registry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2240280"/>
            <a:ext cx="10698480" cy="436168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18" name="Callout 1" descr="Callout 1 - see developer guide"/>
          <p:cNvSpPr/>
          <p:nvPr/>
        </p:nvSpPr>
        <p:spPr>
          <a:xfrm>
            <a:off x="868680" y="2331720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19" name="Section 1 title"/>
          <p:cNvSpPr/>
          <p:nvPr/>
        </p:nvSpPr>
        <p:spPr>
          <a:xfrm>
            <a:off x="1124712" y="2304288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000" b="1" dirty="0">
                <a:solidFill>
                  <a:srgbClr val="1F2937"/>
                </a:solidFill>
                <a:latin typeface="Segoe UI"/>
                <a:cs typeface="Segoe UI"/>
              </a:rPr>
              <a:t>Project Stakeholders</a:t>
            </a:r>
          </a:p>
        </p:txBody>
      </p:sp>
      <p:sp>
        <p:nvSpPr>
          <p:cNvPr id="20" name="Section 1 chip"/>
          <p:cNvSpPr/>
          <p:nvPr/>
        </p:nvSpPr>
        <p:spPr>
          <a:xfrm>
            <a:off x="2971800" y="2340864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EAF2FD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 dirty="0">
                <a:solidFill>
                  <a:srgbClr val="1565D8"/>
                </a:solidFill>
                <a:latin typeface="Segoe UI"/>
                <a:cs typeface="Segoe UI"/>
              </a:rPr>
              <a:t>AUTO + MANUAL</a:t>
            </a:r>
          </a:p>
        </p:txBody>
      </p:sp>
      <p:sp>
        <p:nvSpPr>
          <p:cNvPr id="21" name="Section 1 source"/>
          <p:cNvSpPr/>
          <p:nvPr/>
        </p:nvSpPr>
        <p:spPr>
          <a:xfrm>
            <a:off x="3977639" y="230428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 dirty="0">
                <a:solidFill>
                  <a:srgbClr val="6B7280"/>
                </a:solidFill>
                <a:latin typeface="Segoe UI"/>
                <a:cs typeface="Segoe UI"/>
              </a:rPr>
              <a:t>Who is involved in this project</a:t>
            </a:r>
          </a:p>
        </p:txBody>
      </p:sp>
      <p:sp>
        <p:nvSpPr>
          <p:cNvPr id="22" name="Lock all button"/>
          <p:cNvSpPr/>
          <p:nvPr/>
        </p:nvSpPr>
        <p:spPr>
          <a:xfrm>
            <a:off x="9189720" y="2322576"/>
            <a:ext cx="105156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1565D8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 dirty="0">
                <a:solidFill>
                  <a:srgbClr val="1565D8"/>
                </a:solidFill>
                <a:latin typeface="Segoe UI"/>
                <a:cs typeface="Segoe UI"/>
              </a:rPr>
              <a:t>Lock all</a:t>
            </a:r>
          </a:p>
        </p:txBody>
      </p:sp>
      <p:sp>
        <p:nvSpPr>
          <p:cNvPr id="23" name="Add stakeholder button"/>
          <p:cNvSpPr/>
          <p:nvPr/>
        </p:nvSpPr>
        <p:spPr>
          <a:xfrm>
            <a:off x="10332720" y="2322576"/>
            <a:ext cx="960120" cy="237744"/>
          </a:xfrm>
          <a:prstGeom prst="roundRect">
            <a:avLst>
              <a:gd name="adj" fmla="val 15000"/>
            </a:avLst>
          </a:prstGeom>
          <a:solidFill>
            <a:srgbClr val="1565D8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 dirty="0">
                <a:solidFill>
                  <a:srgbClr val="FFFFFF"/>
                </a:solidFill>
                <a:latin typeface="Segoe UI"/>
                <a:cs typeface="Segoe UI"/>
              </a:rPr>
              <a:t>+ Add person</a:t>
            </a:r>
          </a:p>
        </p:txBody>
      </p:sp>
      <p:sp>
        <p:nvSpPr>
          <p:cNvPr id="24" name="Callout 2" descr="Callout 2 - see developer guide"/>
          <p:cNvSpPr/>
          <p:nvPr/>
        </p:nvSpPr>
        <p:spPr>
          <a:xfrm>
            <a:off x="868680" y="2670048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25" name="Progress text"/>
          <p:cNvSpPr/>
          <p:nvPr/>
        </p:nvSpPr>
        <p:spPr>
          <a:xfrm>
            <a:off x="1143000" y="2651760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00" b="1" dirty="0">
                <a:solidFill>
                  <a:srgbClr val="1F2937"/>
                </a:solidFill>
                <a:latin typeface="Segoe UI"/>
                <a:cs typeface="Segoe UI"/>
              </a:rPr>
              <a:t>12 of 13 roles filled</a:t>
            </a:r>
          </a:p>
        </p:txBody>
      </p:sp>
      <p:sp>
        <p:nvSpPr>
          <p:cNvPr id="26" name="Progress 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06040" y="2734056"/>
            <a:ext cx="2011680" cy="73152"/>
          </a:xfrm>
          <a:prstGeom prst="roundRect">
            <a:avLst>
              <a:gd name="adj" fmla="val 50000"/>
            </a:avLst>
          </a:prstGeom>
          <a:solidFill>
            <a:srgbClr val="E5E9F0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27" name="Progress 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06040" y="2734056"/>
            <a:ext cx="1856231" cy="73152"/>
          </a:xfrm>
          <a:prstGeom prst="roundRect">
            <a:avLst>
              <a:gd name="adj" fmla="val 50000"/>
            </a:avLst>
          </a:prstGeom>
          <a:solidFill>
            <a:srgbClr val="1E8E3E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28" name="To assign chip"/>
          <p:cNvSpPr/>
          <p:nvPr/>
        </p:nvSpPr>
        <p:spPr>
          <a:xfrm>
            <a:off x="4754880" y="2679192"/>
            <a:ext cx="868680" cy="182880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 dirty="0">
                <a:solidFill>
                  <a:srgbClr val="C62828"/>
                </a:solidFill>
                <a:latin typeface="Segoe UI"/>
                <a:cs typeface="Segoe UI"/>
              </a:rPr>
              <a:t>1 TO ASSIGN</a:t>
            </a:r>
          </a:p>
        </p:txBody>
      </p:sp>
      <p:sp>
        <p:nvSpPr>
          <p:cNvPr id="29" name="To lock chip"/>
          <p:cNvSpPr/>
          <p:nvPr/>
        </p:nvSpPr>
        <p:spPr>
          <a:xfrm>
            <a:off x="5715000" y="2679192"/>
            <a:ext cx="777240" cy="182880"/>
          </a:xfrm>
          <a:prstGeom prst="roundRect">
            <a:avLst>
              <a:gd name="adj" fmla="val 50000"/>
            </a:avLst>
          </a:prstGeom>
          <a:solidFill>
            <a:srgbClr val="FFF4E0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 dirty="0">
                <a:solidFill>
                  <a:srgbClr val="B26A00"/>
                </a:solidFill>
                <a:latin typeface="Segoe UI"/>
                <a:cs typeface="Segoe UI"/>
              </a:rPr>
              <a:t>3 TO LOCK</a:t>
            </a:r>
          </a:p>
        </p:txBody>
      </p:sp>
      <p:sp>
        <p:nvSpPr>
          <p:cNvPr id="30" name="Click hint"/>
          <p:cNvSpPr/>
          <p:nvPr/>
        </p:nvSpPr>
        <p:spPr>
          <a:xfrm>
            <a:off x="6583680" y="2651760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 dirty="0">
                <a:solidFill>
                  <a:srgbClr val="6B7280"/>
                </a:solidFill>
                <a:latin typeface="Segoe UI"/>
                <a:cs typeface="Segoe UI"/>
              </a:rPr>
              <a:t>Click a card to edit</a:t>
            </a:r>
          </a:p>
        </p:txBody>
      </p:sp>
      <p:sp>
        <p:nvSpPr>
          <p:cNvPr id="31" name="Callout 3" descr="Callout 3 - see developer guide"/>
          <p:cNvSpPr/>
          <p:nvPr/>
        </p:nvSpPr>
        <p:spPr>
          <a:xfrm>
            <a:off x="8458200" y="2670048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32" name="Auto legend"/>
          <p:cNvSpPr/>
          <p:nvPr/>
        </p:nvSpPr>
        <p:spPr>
          <a:xfrm>
            <a:off x="8686800" y="2651760"/>
            <a:ext cx="1234440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 dirty="0">
                <a:solidFill>
                  <a:srgbClr val="6B7280"/>
                </a:solidFill>
                <a:latin typeface="Segoe UI"/>
                <a:cs typeface="Segoe UI"/>
              </a:rPr>
              <a:t>Auto = from systems</a:t>
            </a:r>
          </a:p>
        </p:txBody>
      </p:sp>
      <p:sp>
        <p:nvSpPr>
          <p:cNvPr id="33" name="Callout 4" descr="Callout 4 - see developer guide"/>
          <p:cNvSpPr/>
          <p:nvPr/>
        </p:nvSpPr>
        <p:spPr>
          <a:xfrm>
            <a:off x="9966960" y="2670048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34" name="Lock legend"/>
          <p:cNvSpPr/>
          <p:nvPr/>
        </p:nvSpPr>
        <p:spPr>
          <a:xfrm>
            <a:off x="10195560" y="2651760"/>
            <a:ext cx="1143000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 dirty="0">
                <a:solidFill>
                  <a:srgbClr val="6B7280"/>
                </a:solidFill>
                <a:latin typeface="Segoe UI"/>
                <a:cs typeface="Segoe UI"/>
              </a:rPr>
              <a:t>Lock = confirmed</a:t>
            </a:r>
          </a:p>
        </p:txBody>
      </p:sp>
      <p:sp>
        <p:nvSpPr>
          <p:cNvPr id="35" name="Group panel LEADERS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8680" y="2971800"/>
            <a:ext cx="2503170" cy="3547872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36" name="Group LEADERSHIP"/>
          <p:cNvSpPr/>
          <p:nvPr/>
        </p:nvSpPr>
        <p:spPr>
          <a:xfrm>
            <a:off x="960120" y="3017520"/>
            <a:ext cx="2320290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1" dirty="0">
                <a:solidFill>
                  <a:srgbClr val="0B2A4A"/>
                </a:solidFill>
                <a:latin typeface="Segoe UI"/>
                <a:cs typeface="Segoe UI"/>
              </a:rPr>
              <a:t>LEADERSHIP   4</a:t>
            </a:r>
          </a:p>
        </p:txBody>
      </p:sp>
      <p:sp>
        <p:nvSpPr>
          <p:cNvPr id="37" name="Card Project spons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1832" y="3291840"/>
            <a:ext cx="2356866" cy="67665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38" name="Accent Project spons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1832" y="3401568"/>
            <a:ext cx="36576" cy="457200"/>
          </a:xfrm>
          <a:prstGeom prst="rect">
            <a:avLst/>
          </a:prstGeom>
          <a:solidFill>
            <a:srgbClr val="1E8E3E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39" name="Role Project sponsor"/>
          <p:cNvSpPr/>
          <p:nvPr/>
        </p:nvSpPr>
        <p:spPr>
          <a:xfrm>
            <a:off x="1051560" y="3346704"/>
            <a:ext cx="1579626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PROJECT SPONSOR</a:t>
            </a:r>
          </a:p>
        </p:txBody>
      </p:sp>
      <p:sp>
        <p:nvSpPr>
          <p:cNvPr id="40" name="Locked Project sponsor"/>
          <p:cNvSpPr/>
          <p:nvPr/>
        </p:nvSpPr>
        <p:spPr>
          <a:xfrm>
            <a:off x="2676906" y="3364992"/>
            <a:ext cx="530352" cy="164592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00" b="1" dirty="0">
                <a:solidFill>
                  <a:srgbClr val="1E8E3E"/>
                </a:solidFill>
                <a:latin typeface="Segoe UI"/>
                <a:cs typeface="Segoe UI"/>
              </a:rPr>
              <a:t>LOCKED</a:t>
            </a:r>
          </a:p>
        </p:txBody>
      </p:sp>
      <p:sp>
        <p:nvSpPr>
          <p:cNvPr id="41" name="Avatar Project sponsor 0"/>
          <p:cNvSpPr/>
          <p:nvPr/>
        </p:nvSpPr>
        <p:spPr>
          <a:xfrm>
            <a:off x="1051560" y="3593592"/>
            <a:ext cx="274320" cy="274320"/>
          </a:xfrm>
          <a:prstGeom prst="ellipse">
            <a:avLst/>
          </a:prstGeom>
          <a:solidFill>
            <a:srgbClr val="0B2A4A"/>
          </a:solidFill>
          <a:ln w="12700">
            <a:solidFill>
              <a:srgbClr val="FFFFFF"/>
            </a:solidFill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FFFFFF"/>
                </a:solidFill>
                <a:latin typeface="Segoe UI"/>
                <a:cs typeface="Segoe UI"/>
              </a:rPr>
              <a:t>AK</a:t>
            </a:r>
          </a:p>
        </p:txBody>
      </p:sp>
      <p:sp>
        <p:nvSpPr>
          <p:cNvPr id="42" name="Name Project sponsor"/>
          <p:cNvSpPr/>
          <p:nvPr/>
        </p:nvSpPr>
        <p:spPr>
          <a:xfrm>
            <a:off x="1399031" y="3593592"/>
            <a:ext cx="1442466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1" dirty="0">
                <a:solidFill>
                  <a:srgbClr val="1F2937"/>
                </a:solidFill>
                <a:latin typeface="Segoe UI"/>
                <a:cs typeface="Segoe UI"/>
              </a:rPr>
              <a:t>A. Kristensen</a:t>
            </a:r>
          </a:p>
        </p:txBody>
      </p:sp>
      <p:sp>
        <p:nvSpPr>
          <p:cNvPr id="43" name="Card EL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1832" y="4059936"/>
            <a:ext cx="2356866" cy="676656"/>
          </a:xfrm>
          <a:prstGeom prst="roundRect">
            <a:avLst>
              <a:gd name="adj" fmla="val 9000"/>
            </a:avLst>
          </a:prstGeom>
          <a:solidFill>
            <a:srgbClr val="FFF8F8"/>
          </a:solidFill>
          <a:ln w="9525">
            <a:solidFill>
              <a:srgbClr val="F2B8B8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44" name="Role ELT"/>
          <p:cNvSpPr/>
          <p:nvPr/>
        </p:nvSpPr>
        <p:spPr>
          <a:xfrm>
            <a:off x="1051560" y="4114800"/>
            <a:ext cx="1579626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ELT</a:t>
            </a:r>
          </a:p>
        </p:txBody>
      </p:sp>
      <p:sp>
        <p:nvSpPr>
          <p:cNvPr id="45" name="Assign ELT"/>
          <p:cNvSpPr/>
          <p:nvPr/>
        </p:nvSpPr>
        <p:spPr>
          <a:xfrm>
            <a:off x="1051560" y="4361688"/>
            <a:ext cx="2173986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1" dirty="0">
                <a:solidFill>
                  <a:srgbClr val="C62828"/>
                </a:solidFill>
                <a:latin typeface="Segoe UI"/>
                <a:cs typeface="Segoe UI"/>
              </a:rPr>
              <a:t>+  Assign person  (required)</a:t>
            </a:r>
          </a:p>
        </p:txBody>
      </p:sp>
      <p:sp>
        <p:nvSpPr>
          <p:cNvPr id="46" name="Card Area functional l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1832" y="4828032"/>
            <a:ext cx="2356866" cy="67665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47" name="Accent Area functional l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1832" y="4937760"/>
            <a:ext cx="36576" cy="457200"/>
          </a:xfrm>
          <a:prstGeom prst="rect">
            <a:avLst/>
          </a:prstGeom>
          <a:solidFill>
            <a:srgbClr val="1E8E3E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48" name="Role Area functional leader"/>
          <p:cNvSpPr/>
          <p:nvPr/>
        </p:nvSpPr>
        <p:spPr>
          <a:xfrm>
            <a:off x="1051560" y="4882896"/>
            <a:ext cx="1579626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AREA FUNCTIONAL LEADER</a:t>
            </a:r>
          </a:p>
        </p:txBody>
      </p:sp>
      <p:sp>
        <p:nvSpPr>
          <p:cNvPr id="49" name="Locked Area functional leader"/>
          <p:cNvSpPr/>
          <p:nvPr/>
        </p:nvSpPr>
        <p:spPr>
          <a:xfrm>
            <a:off x="2676906" y="4901184"/>
            <a:ext cx="530352" cy="164592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00" b="1" dirty="0">
                <a:solidFill>
                  <a:srgbClr val="1E8E3E"/>
                </a:solidFill>
                <a:latin typeface="Segoe UI"/>
                <a:cs typeface="Segoe UI"/>
              </a:rPr>
              <a:t>LOCKED</a:t>
            </a:r>
          </a:p>
        </p:txBody>
      </p:sp>
      <p:sp>
        <p:nvSpPr>
          <p:cNvPr id="50" name="Avatar Area functional leader 0"/>
          <p:cNvSpPr/>
          <p:nvPr/>
        </p:nvSpPr>
        <p:spPr>
          <a:xfrm>
            <a:off x="1051560" y="5129784"/>
            <a:ext cx="274320" cy="274320"/>
          </a:xfrm>
          <a:prstGeom prst="ellipse">
            <a:avLst/>
          </a:prstGeom>
          <a:solidFill>
            <a:srgbClr val="0B2A4A"/>
          </a:solidFill>
          <a:ln w="12700">
            <a:solidFill>
              <a:srgbClr val="FFFFFF"/>
            </a:solidFill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FFFFFF"/>
                </a:solidFill>
                <a:latin typeface="Segoe UI"/>
                <a:cs typeface="Segoe UI"/>
              </a:rPr>
              <a:t>LM</a:t>
            </a:r>
          </a:p>
        </p:txBody>
      </p:sp>
      <p:sp>
        <p:nvSpPr>
          <p:cNvPr id="51" name="Name Area functional leader"/>
          <p:cNvSpPr/>
          <p:nvPr/>
        </p:nvSpPr>
        <p:spPr>
          <a:xfrm>
            <a:off x="1399031" y="5129784"/>
            <a:ext cx="1442466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1" dirty="0">
                <a:solidFill>
                  <a:srgbClr val="1F2937"/>
                </a:solidFill>
                <a:latin typeface="Segoe UI"/>
                <a:cs typeface="Segoe UI"/>
              </a:rPr>
              <a:t>L. Moreau</a:t>
            </a:r>
          </a:p>
        </p:txBody>
      </p:sp>
      <p:sp>
        <p:nvSpPr>
          <p:cNvPr id="52" name="Auto Area functional leader"/>
          <p:cNvSpPr/>
          <p:nvPr/>
        </p:nvSpPr>
        <p:spPr>
          <a:xfrm>
            <a:off x="2841498" y="5184648"/>
            <a:ext cx="365760" cy="164592"/>
          </a:xfrm>
          <a:prstGeom prst="roundRect">
            <a:avLst>
              <a:gd name="adj" fmla="val 50000"/>
            </a:avLst>
          </a:prstGeom>
          <a:solidFill>
            <a:srgbClr val="EAF2FD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00" b="1" dirty="0">
                <a:solidFill>
                  <a:srgbClr val="1565D8"/>
                </a:solidFill>
                <a:latin typeface="Segoe UI"/>
                <a:cs typeface="Segoe UI"/>
              </a:rPr>
              <a:t>AUTO</a:t>
            </a:r>
          </a:p>
        </p:txBody>
      </p:sp>
      <p:sp>
        <p:nvSpPr>
          <p:cNvPr id="53" name="Card GP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1832" y="5596128"/>
            <a:ext cx="2356866" cy="67665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54" name="Accent GP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1832" y="5705856"/>
            <a:ext cx="36576" cy="457200"/>
          </a:xfrm>
          <a:prstGeom prst="rect">
            <a:avLst/>
          </a:prstGeom>
          <a:solidFill>
            <a:srgbClr val="1E8E3E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55" name="Role GPL"/>
          <p:cNvSpPr/>
          <p:nvPr/>
        </p:nvSpPr>
        <p:spPr>
          <a:xfrm>
            <a:off x="1051560" y="5650992"/>
            <a:ext cx="1579626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GPL</a:t>
            </a:r>
          </a:p>
        </p:txBody>
      </p:sp>
      <p:sp>
        <p:nvSpPr>
          <p:cNvPr id="56" name="Locked GPL"/>
          <p:cNvSpPr/>
          <p:nvPr/>
        </p:nvSpPr>
        <p:spPr>
          <a:xfrm>
            <a:off x="2676906" y="5669280"/>
            <a:ext cx="530352" cy="164592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00" b="1" dirty="0">
                <a:solidFill>
                  <a:srgbClr val="1E8E3E"/>
                </a:solidFill>
                <a:latin typeface="Segoe UI"/>
                <a:cs typeface="Segoe UI"/>
              </a:rPr>
              <a:t>LOCKED</a:t>
            </a:r>
          </a:p>
        </p:txBody>
      </p:sp>
      <p:sp>
        <p:nvSpPr>
          <p:cNvPr id="57" name="Avatar GPL 0"/>
          <p:cNvSpPr/>
          <p:nvPr/>
        </p:nvSpPr>
        <p:spPr>
          <a:xfrm>
            <a:off x="1051560" y="5897880"/>
            <a:ext cx="274320" cy="274320"/>
          </a:xfrm>
          <a:prstGeom prst="ellipse">
            <a:avLst/>
          </a:prstGeom>
          <a:solidFill>
            <a:srgbClr val="0B2A4A"/>
          </a:solidFill>
          <a:ln w="12700">
            <a:solidFill>
              <a:srgbClr val="FFFFFF"/>
            </a:solidFill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FFFFFF"/>
                </a:solidFill>
                <a:latin typeface="Segoe UI"/>
                <a:cs typeface="Segoe UI"/>
              </a:rPr>
              <a:t>KS</a:t>
            </a:r>
          </a:p>
        </p:txBody>
      </p:sp>
      <p:sp>
        <p:nvSpPr>
          <p:cNvPr id="58" name="Name GPL"/>
          <p:cNvSpPr/>
          <p:nvPr/>
        </p:nvSpPr>
        <p:spPr>
          <a:xfrm>
            <a:off x="1399031" y="5897880"/>
            <a:ext cx="1442466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1" dirty="0">
                <a:solidFill>
                  <a:srgbClr val="1F2937"/>
                </a:solidFill>
                <a:latin typeface="Segoe UI"/>
                <a:cs typeface="Segoe UI"/>
              </a:rPr>
              <a:t>K. Shah</a:t>
            </a:r>
          </a:p>
        </p:txBody>
      </p:sp>
      <p:sp>
        <p:nvSpPr>
          <p:cNvPr id="59" name="Auto GPL"/>
          <p:cNvSpPr/>
          <p:nvPr/>
        </p:nvSpPr>
        <p:spPr>
          <a:xfrm>
            <a:off x="2841498" y="5952744"/>
            <a:ext cx="365760" cy="164592"/>
          </a:xfrm>
          <a:prstGeom prst="roundRect">
            <a:avLst>
              <a:gd name="adj" fmla="val 50000"/>
            </a:avLst>
          </a:prstGeom>
          <a:solidFill>
            <a:srgbClr val="EAF2FD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00" b="1" dirty="0">
                <a:solidFill>
                  <a:srgbClr val="1565D8"/>
                </a:solidFill>
                <a:latin typeface="Segoe UI"/>
                <a:cs typeface="Segoe UI"/>
              </a:rPr>
              <a:t>AUTO</a:t>
            </a:r>
          </a:p>
        </p:txBody>
      </p:sp>
      <p:sp>
        <p:nvSpPr>
          <p:cNvPr id="60" name="Group panel ARE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09010" y="2971800"/>
            <a:ext cx="2503170" cy="3547872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61" name="Group AREA"/>
          <p:cNvSpPr/>
          <p:nvPr/>
        </p:nvSpPr>
        <p:spPr>
          <a:xfrm>
            <a:off x="3600450" y="3017520"/>
            <a:ext cx="2320290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1" dirty="0">
                <a:solidFill>
                  <a:srgbClr val="0B2A4A"/>
                </a:solidFill>
                <a:latin typeface="Segoe UI"/>
                <a:cs typeface="Segoe UI"/>
              </a:rPr>
              <a:t>AREA   3</a:t>
            </a:r>
          </a:p>
        </p:txBody>
      </p:sp>
      <p:sp>
        <p:nvSpPr>
          <p:cNvPr id="62" name="Card Area POC (migration owner)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82162" y="3291840"/>
            <a:ext cx="2356866" cy="67665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63" name="Accent Area POC (migration owner)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82162" y="3401568"/>
            <a:ext cx="36576" cy="457200"/>
          </a:xfrm>
          <a:prstGeom prst="rect">
            <a:avLst/>
          </a:prstGeom>
          <a:solidFill>
            <a:srgbClr val="1E8E3E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64" name="Role Area POC (migration owner)"/>
          <p:cNvSpPr/>
          <p:nvPr/>
        </p:nvSpPr>
        <p:spPr>
          <a:xfrm>
            <a:off x="3691890" y="3346704"/>
            <a:ext cx="1579626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AREA POC (MIGRATION OWNER)</a:t>
            </a:r>
          </a:p>
        </p:txBody>
      </p:sp>
      <p:sp>
        <p:nvSpPr>
          <p:cNvPr id="65" name="Locked Area POC (migration owner)"/>
          <p:cNvSpPr/>
          <p:nvPr/>
        </p:nvSpPr>
        <p:spPr>
          <a:xfrm>
            <a:off x="5317236" y="3364992"/>
            <a:ext cx="530352" cy="164592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00" b="1" dirty="0">
                <a:solidFill>
                  <a:srgbClr val="1E8E3E"/>
                </a:solidFill>
                <a:latin typeface="Segoe UI"/>
                <a:cs typeface="Segoe UI"/>
              </a:rPr>
              <a:t>LOCKED</a:t>
            </a:r>
          </a:p>
        </p:txBody>
      </p:sp>
      <p:sp>
        <p:nvSpPr>
          <p:cNvPr id="66" name="Avatar Area POC (migration owner) 0"/>
          <p:cNvSpPr/>
          <p:nvPr/>
        </p:nvSpPr>
        <p:spPr>
          <a:xfrm>
            <a:off x="3691890" y="3593592"/>
            <a:ext cx="274320" cy="274320"/>
          </a:xfrm>
          <a:prstGeom prst="ellipse">
            <a:avLst/>
          </a:prstGeom>
          <a:solidFill>
            <a:srgbClr val="0B2A4A"/>
          </a:solidFill>
          <a:ln w="12700">
            <a:solidFill>
              <a:srgbClr val="FFFFFF"/>
            </a:solidFill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FFFFFF"/>
                </a:solidFill>
                <a:latin typeface="Segoe UI"/>
                <a:cs typeface="Segoe UI"/>
              </a:rPr>
              <a:t>MH</a:t>
            </a:r>
          </a:p>
        </p:txBody>
      </p:sp>
      <p:sp>
        <p:nvSpPr>
          <p:cNvPr id="67" name="Name Area POC (migration owner)"/>
          <p:cNvSpPr/>
          <p:nvPr/>
        </p:nvSpPr>
        <p:spPr>
          <a:xfrm>
            <a:off x="4039362" y="3593592"/>
            <a:ext cx="1442466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1" dirty="0">
                <a:solidFill>
                  <a:srgbClr val="1F2937"/>
                </a:solidFill>
                <a:latin typeface="Segoe UI"/>
                <a:cs typeface="Segoe UI"/>
              </a:rPr>
              <a:t>M. Hansen</a:t>
            </a:r>
          </a:p>
        </p:txBody>
      </p:sp>
      <p:sp>
        <p:nvSpPr>
          <p:cNvPr id="68" name="Auto Area POC (migration owner)"/>
          <p:cNvSpPr/>
          <p:nvPr/>
        </p:nvSpPr>
        <p:spPr>
          <a:xfrm>
            <a:off x="5481828" y="3648456"/>
            <a:ext cx="365760" cy="164592"/>
          </a:xfrm>
          <a:prstGeom prst="roundRect">
            <a:avLst>
              <a:gd name="adj" fmla="val 50000"/>
            </a:avLst>
          </a:prstGeom>
          <a:solidFill>
            <a:srgbClr val="EAF2FD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00" b="1" dirty="0">
                <a:solidFill>
                  <a:srgbClr val="1565D8"/>
                </a:solidFill>
                <a:latin typeface="Segoe UI"/>
                <a:cs typeface="Segoe UI"/>
              </a:rPr>
              <a:t>AUTO</a:t>
            </a:r>
          </a:p>
        </p:txBody>
      </p:sp>
      <p:sp>
        <p:nvSpPr>
          <p:cNvPr id="69" name="Card Area S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82162" y="4059936"/>
            <a:ext cx="2356866" cy="67665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70" name="Accent Area S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82162" y="4169664"/>
            <a:ext cx="36576" cy="457200"/>
          </a:xfrm>
          <a:prstGeom prst="rect">
            <a:avLst/>
          </a:prstGeom>
          <a:solidFill>
            <a:srgbClr val="B26A00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71" name="Role Area SME"/>
          <p:cNvSpPr/>
          <p:nvPr/>
        </p:nvSpPr>
        <p:spPr>
          <a:xfrm>
            <a:off x="3691890" y="4114800"/>
            <a:ext cx="1579626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AREA SME</a:t>
            </a:r>
          </a:p>
        </p:txBody>
      </p:sp>
      <p:sp>
        <p:nvSpPr>
          <p:cNvPr id="72" name="Lock Area SME"/>
          <p:cNvSpPr/>
          <p:nvPr/>
        </p:nvSpPr>
        <p:spPr>
          <a:xfrm>
            <a:off x="5390388" y="4123944"/>
            <a:ext cx="457200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1565D8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 dirty="0">
                <a:solidFill>
                  <a:srgbClr val="1565D8"/>
                </a:solidFill>
                <a:latin typeface="Segoe UI"/>
                <a:cs typeface="Segoe UI"/>
              </a:rPr>
              <a:t>Lock</a:t>
            </a:r>
          </a:p>
        </p:txBody>
      </p:sp>
      <p:sp>
        <p:nvSpPr>
          <p:cNvPr id="73" name="Avatar Area SME 0"/>
          <p:cNvSpPr/>
          <p:nvPr/>
        </p:nvSpPr>
        <p:spPr>
          <a:xfrm>
            <a:off x="3691890" y="4361688"/>
            <a:ext cx="274320" cy="274320"/>
          </a:xfrm>
          <a:prstGeom prst="ellipse">
            <a:avLst/>
          </a:prstGeom>
          <a:solidFill>
            <a:srgbClr val="0B2A4A"/>
          </a:solidFill>
          <a:ln w="12700">
            <a:solidFill>
              <a:srgbClr val="FFFFFF"/>
            </a:solidFill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FFFFFF"/>
                </a:solidFill>
                <a:latin typeface="Segoe UI"/>
                <a:cs typeface="Segoe UI"/>
              </a:rPr>
              <a:t>SN</a:t>
            </a:r>
          </a:p>
        </p:txBody>
      </p:sp>
      <p:sp>
        <p:nvSpPr>
          <p:cNvPr id="74" name="Avatar Area SME 1"/>
          <p:cNvSpPr/>
          <p:nvPr/>
        </p:nvSpPr>
        <p:spPr>
          <a:xfrm>
            <a:off x="3874770" y="4361688"/>
            <a:ext cx="274320" cy="274320"/>
          </a:xfrm>
          <a:prstGeom prst="ellipse">
            <a:avLst/>
          </a:prstGeom>
          <a:solidFill>
            <a:srgbClr val="1565D8"/>
          </a:solidFill>
          <a:ln w="12700">
            <a:solidFill>
              <a:srgbClr val="FFFFFF"/>
            </a:solidFill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FFFFFF"/>
                </a:solidFill>
                <a:latin typeface="Segoe UI"/>
                <a:cs typeface="Segoe UI"/>
              </a:rPr>
              <a:t>PL</a:t>
            </a:r>
          </a:p>
        </p:txBody>
      </p:sp>
      <p:sp>
        <p:nvSpPr>
          <p:cNvPr id="75" name="Name Area SME"/>
          <p:cNvSpPr/>
          <p:nvPr/>
        </p:nvSpPr>
        <p:spPr>
          <a:xfrm>
            <a:off x="4222242" y="4361688"/>
            <a:ext cx="1259586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1" dirty="0">
                <a:solidFill>
                  <a:srgbClr val="1F2937"/>
                </a:solidFill>
                <a:latin typeface="Segoe UI"/>
                <a:cs typeface="Segoe UI"/>
              </a:rPr>
              <a:t>S. Nielsen  +1</a:t>
            </a:r>
          </a:p>
        </p:txBody>
      </p:sp>
      <p:sp>
        <p:nvSpPr>
          <p:cNvPr id="76" name="Card FPO (if applicable)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82162" y="4828032"/>
            <a:ext cx="2356866" cy="676656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77" name="Role FPO (if applicable)"/>
          <p:cNvSpPr/>
          <p:nvPr/>
        </p:nvSpPr>
        <p:spPr>
          <a:xfrm>
            <a:off x="3691890" y="4882896"/>
            <a:ext cx="1579626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FPO (IF APPLICABLE)</a:t>
            </a:r>
          </a:p>
        </p:txBody>
      </p:sp>
      <p:sp>
        <p:nvSpPr>
          <p:cNvPr id="78" name="NA FPO (if applicable)"/>
          <p:cNvSpPr/>
          <p:nvPr/>
        </p:nvSpPr>
        <p:spPr>
          <a:xfrm>
            <a:off x="3691890" y="5129784"/>
            <a:ext cx="2173986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0" dirty="0">
                <a:solidFill>
                  <a:srgbClr val="6B7280"/>
                </a:solidFill>
                <a:latin typeface="Segoe UI"/>
                <a:cs typeface="Segoe UI"/>
              </a:rPr>
              <a:t>Not applicable</a:t>
            </a:r>
          </a:p>
        </p:txBody>
      </p:sp>
      <p:sp>
        <p:nvSpPr>
          <p:cNvPr id="79" name="Group panel GS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49340" y="2971800"/>
            <a:ext cx="2503170" cy="3547872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80" name="Group GSC"/>
          <p:cNvSpPr/>
          <p:nvPr/>
        </p:nvSpPr>
        <p:spPr>
          <a:xfrm>
            <a:off x="6240780" y="3017520"/>
            <a:ext cx="2320290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1" dirty="0">
                <a:solidFill>
                  <a:srgbClr val="0B2A4A"/>
                </a:solidFill>
                <a:latin typeface="Segoe UI"/>
                <a:cs typeface="Segoe UI"/>
              </a:rPr>
              <a:t>GSC   4</a:t>
            </a:r>
          </a:p>
        </p:txBody>
      </p:sp>
      <p:sp>
        <p:nvSpPr>
          <p:cNvPr id="81" name="Card GSC Head-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22492" y="3291840"/>
            <a:ext cx="2356866" cy="67665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82" name="Accent GSC Head-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22492" y="3401568"/>
            <a:ext cx="36576" cy="457200"/>
          </a:xfrm>
          <a:prstGeom prst="rect">
            <a:avLst/>
          </a:prstGeom>
          <a:solidFill>
            <a:srgbClr val="B26A00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83" name="Role GSC Head-1"/>
          <p:cNvSpPr/>
          <p:nvPr/>
        </p:nvSpPr>
        <p:spPr>
          <a:xfrm>
            <a:off x="6332220" y="3346704"/>
            <a:ext cx="1579626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GSC HEAD-1</a:t>
            </a:r>
          </a:p>
        </p:txBody>
      </p:sp>
      <p:sp>
        <p:nvSpPr>
          <p:cNvPr id="84" name="Lock GSC Head-1"/>
          <p:cNvSpPr/>
          <p:nvPr/>
        </p:nvSpPr>
        <p:spPr>
          <a:xfrm>
            <a:off x="8030718" y="3355848"/>
            <a:ext cx="457200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1565D8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 dirty="0">
                <a:solidFill>
                  <a:srgbClr val="1565D8"/>
                </a:solidFill>
                <a:latin typeface="Segoe UI"/>
                <a:cs typeface="Segoe UI"/>
              </a:rPr>
              <a:t>Lock</a:t>
            </a:r>
          </a:p>
        </p:txBody>
      </p:sp>
      <p:sp>
        <p:nvSpPr>
          <p:cNvPr id="85" name="Avatar GSC Head-1 0"/>
          <p:cNvSpPr/>
          <p:nvPr/>
        </p:nvSpPr>
        <p:spPr>
          <a:xfrm>
            <a:off x="6332220" y="3593592"/>
            <a:ext cx="274320" cy="274320"/>
          </a:xfrm>
          <a:prstGeom prst="ellipse">
            <a:avLst/>
          </a:prstGeom>
          <a:solidFill>
            <a:srgbClr val="0B2A4A"/>
          </a:solidFill>
          <a:ln w="12700">
            <a:solidFill>
              <a:srgbClr val="FFFFFF"/>
            </a:solidFill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FFFFFF"/>
                </a:solidFill>
                <a:latin typeface="Segoe UI"/>
                <a:cs typeface="Segoe UI"/>
              </a:rPr>
              <a:t>VR</a:t>
            </a:r>
          </a:p>
        </p:txBody>
      </p:sp>
      <p:sp>
        <p:nvSpPr>
          <p:cNvPr id="86" name="Name GSC Head-1"/>
          <p:cNvSpPr/>
          <p:nvPr/>
        </p:nvSpPr>
        <p:spPr>
          <a:xfrm>
            <a:off x="6679692" y="3593592"/>
            <a:ext cx="1442466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1" dirty="0">
                <a:solidFill>
                  <a:srgbClr val="1F2937"/>
                </a:solidFill>
                <a:latin typeface="Segoe UI"/>
                <a:cs typeface="Segoe UI"/>
              </a:rPr>
              <a:t>V. Rao</a:t>
            </a:r>
          </a:p>
        </p:txBody>
      </p:sp>
      <p:sp>
        <p:nvSpPr>
          <p:cNvPr id="87" name="Auto GSC Head-1"/>
          <p:cNvSpPr/>
          <p:nvPr/>
        </p:nvSpPr>
        <p:spPr>
          <a:xfrm>
            <a:off x="8122158" y="3648456"/>
            <a:ext cx="365760" cy="164592"/>
          </a:xfrm>
          <a:prstGeom prst="roundRect">
            <a:avLst>
              <a:gd name="adj" fmla="val 50000"/>
            </a:avLst>
          </a:prstGeom>
          <a:solidFill>
            <a:srgbClr val="EAF2FD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00" b="1" dirty="0">
                <a:solidFill>
                  <a:srgbClr val="1565D8"/>
                </a:solidFill>
                <a:latin typeface="Segoe UI"/>
                <a:cs typeface="Segoe UI"/>
              </a:rPr>
              <a:t>AUTO</a:t>
            </a:r>
          </a:p>
        </p:txBody>
      </p:sp>
      <p:sp>
        <p:nvSpPr>
          <p:cNvPr id="88" name="Card GSC S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22492" y="4059936"/>
            <a:ext cx="2356866" cy="67665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89" name="Accent GSC S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22492" y="4169664"/>
            <a:ext cx="36576" cy="457200"/>
          </a:xfrm>
          <a:prstGeom prst="rect">
            <a:avLst/>
          </a:prstGeom>
          <a:solidFill>
            <a:srgbClr val="1E8E3E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90" name="Role GSC SME"/>
          <p:cNvSpPr/>
          <p:nvPr/>
        </p:nvSpPr>
        <p:spPr>
          <a:xfrm>
            <a:off x="6332220" y="4114800"/>
            <a:ext cx="1579626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GSC SME</a:t>
            </a:r>
          </a:p>
        </p:txBody>
      </p:sp>
      <p:sp>
        <p:nvSpPr>
          <p:cNvPr id="91" name="Locked GSC SME"/>
          <p:cNvSpPr/>
          <p:nvPr/>
        </p:nvSpPr>
        <p:spPr>
          <a:xfrm>
            <a:off x="7957566" y="4133088"/>
            <a:ext cx="530352" cy="164592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00" b="1" dirty="0">
                <a:solidFill>
                  <a:srgbClr val="1E8E3E"/>
                </a:solidFill>
                <a:latin typeface="Segoe UI"/>
                <a:cs typeface="Segoe UI"/>
              </a:rPr>
              <a:t>LOCKED</a:t>
            </a:r>
          </a:p>
        </p:txBody>
      </p:sp>
      <p:sp>
        <p:nvSpPr>
          <p:cNvPr id="92" name="Avatar GSC SME 0"/>
          <p:cNvSpPr/>
          <p:nvPr/>
        </p:nvSpPr>
        <p:spPr>
          <a:xfrm>
            <a:off x="6332220" y="4361688"/>
            <a:ext cx="274320" cy="274320"/>
          </a:xfrm>
          <a:prstGeom prst="ellipse">
            <a:avLst/>
          </a:prstGeom>
          <a:solidFill>
            <a:srgbClr val="0B2A4A"/>
          </a:solidFill>
          <a:ln w="12700">
            <a:solidFill>
              <a:srgbClr val="FFFFFF"/>
            </a:solidFill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FFFFFF"/>
                </a:solidFill>
                <a:latin typeface="Segoe UI"/>
                <a:cs typeface="Segoe UI"/>
              </a:rPr>
              <a:t>RI</a:t>
            </a:r>
          </a:p>
        </p:txBody>
      </p:sp>
      <p:sp>
        <p:nvSpPr>
          <p:cNvPr id="93" name="Name GSC SME"/>
          <p:cNvSpPr/>
          <p:nvPr/>
        </p:nvSpPr>
        <p:spPr>
          <a:xfrm>
            <a:off x="6679692" y="4361688"/>
            <a:ext cx="1442466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1" dirty="0">
                <a:solidFill>
                  <a:srgbClr val="1F2937"/>
                </a:solidFill>
                <a:latin typeface="Segoe UI"/>
                <a:cs typeface="Segoe UI"/>
              </a:rPr>
              <a:t>R. Iyer</a:t>
            </a:r>
          </a:p>
        </p:txBody>
      </p:sp>
      <p:sp>
        <p:nvSpPr>
          <p:cNvPr id="94" name="Card GSC FB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22492" y="4828032"/>
            <a:ext cx="2356866" cy="67665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95" name="Accent GSC FB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22492" y="4937760"/>
            <a:ext cx="36576" cy="457200"/>
          </a:xfrm>
          <a:prstGeom prst="rect">
            <a:avLst/>
          </a:prstGeom>
          <a:solidFill>
            <a:srgbClr val="B26A00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96" name="Role GSC FBP"/>
          <p:cNvSpPr/>
          <p:nvPr/>
        </p:nvSpPr>
        <p:spPr>
          <a:xfrm>
            <a:off x="6332220" y="4882896"/>
            <a:ext cx="1579626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GSC FBP</a:t>
            </a:r>
          </a:p>
        </p:txBody>
      </p:sp>
      <p:sp>
        <p:nvSpPr>
          <p:cNvPr id="97" name="Lock GSC FBP"/>
          <p:cNvSpPr/>
          <p:nvPr/>
        </p:nvSpPr>
        <p:spPr>
          <a:xfrm>
            <a:off x="8030718" y="4892040"/>
            <a:ext cx="457200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1565D8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 dirty="0">
                <a:solidFill>
                  <a:srgbClr val="1565D8"/>
                </a:solidFill>
                <a:latin typeface="Segoe UI"/>
                <a:cs typeface="Segoe UI"/>
              </a:rPr>
              <a:t>Lock</a:t>
            </a:r>
          </a:p>
        </p:txBody>
      </p:sp>
      <p:sp>
        <p:nvSpPr>
          <p:cNvPr id="98" name="Avatar GSC FBP 0"/>
          <p:cNvSpPr/>
          <p:nvPr/>
        </p:nvSpPr>
        <p:spPr>
          <a:xfrm>
            <a:off x="6332220" y="5129784"/>
            <a:ext cx="274320" cy="274320"/>
          </a:xfrm>
          <a:prstGeom prst="ellipse">
            <a:avLst/>
          </a:prstGeom>
          <a:solidFill>
            <a:srgbClr val="0B2A4A"/>
          </a:solidFill>
          <a:ln w="12700">
            <a:solidFill>
              <a:srgbClr val="FFFFFF"/>
            </a:solidFill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FFFFFF"/>
                </a:solidFill>
                <a:latin typeface="Segoe UI"/>
                <a:cs typeface="Segoe UI"/>
              </a:rPr>
              <a:t>NM</a:t>
            </a:r>
          </a:p>
        </p:txBody>
      </p:sp>
      <p:sp>
        <p:nvSpPr>
          <p:cNvPr id="99" name="Name GSC FBP"/>
          <p:cNvSpPr/>
          <p:nvPr/>
        </p:nvSpPr>
        <p:spPr>
          <a:xfrm>
            <a:off x="6679692" y="5129784"/>
            <a:ext cx="1442466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1" dirty="0">
                <a:solidFill>
                  <a:srgbClr val="1F2937"/>
                </a:solidFill>
                <a:latin typeface="Segoe UI"/>
                <a:cs typeface="Segoe UI"/>
              </a:rPr>
              <a:t>N. Mehta</a:t>
            </a:r>
          </a:p>
        </p:txBody>
      </p:sp>
      <p:sp>
        <p:nvSpPr>
          <p:cNvPr id="100" name="Auto GSC FBP"/>
          <p:cNvSpPr/>
          <p:nvPr/>
        </p:nvSpPr>
        <p:spPr>
          <a:xfrm>
            <a:off x="8122158" y="5184648"/>
            <a:ext cx="365760" cy="164592"/>
          </a:xfrm>
          <a:prstGeom prst="roundRect">
            <a:avLst>
              <a:gd name="adj" fmla="val 50000"/>
            </a:avLst>
          </a:prstGeom>
          <a:solidFill>
            <a:srgbClr val="EAF2FD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00" b="1" dirty="0">
                <a:solidFill>
                  <a:srgbClr val="1565D8"/>
                </a:solidFill>
                <a:latin typeface="Segoe UI"/>
                <a:cs typeface="Segoe UI"/>
              </a:rPr>
              <a:t>AUTO</a:t>
            </a:r>
          </a:p>
        </p:txBody>
      </p:sp>
      <p:sp>
        <p:nvSpPr>
          <p:cNvPr id="101" name="Card GSC BP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22492" y="5596128"/>
            <a:ext cx="2356866" cy="67665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102" name="Accent GSC BP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22492" y="5705856"/>
            <a:ext cx="36576" cy="457200"/>
          </a:xfrm>
          <a:prstGeom prst="rect">
            <a:avLst/>
          </a:prstGeom>
          <a:solidFill>
            <a:srgbClr val="1E8E3E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103" name="Role GSC BPM"/>
          <p:cNvSpPr/>
          <p:nvPr/>
        </p:nvSpPr>
        <p:spPr>
          <a:xfrm>
            <a:off x="6332220" y="5650992"/>
            <a:ext cx="1579626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GSC BPM</a:t>
            </a:r>
          </a:p>
        </p:txBody>
      </p:sp>
      <p:sp>
        <p:nvSpPr>
          <p:cNvPr id="104" name="Locked GSC BPM"/>
          <p:cNvSpPr/>
          <p:nvPr/>
        </p:nvSpPr>
        <p:spPr>
          <a:xfrm>
            <a:off x="7957566" y="5669280"/>
            <a:ext cx="530352" cy="164592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00" b="1" dirty="0">
                <a:solidFill>
                  <a:srgbClr val="1E8E3E"/>
                </a:solidFill>
                <a:latin typeface="Segoe UI"/>
                <a:cs typeface="Segoe UI"/>
              </a:rPr>
              <a:t>LOCKED</a:t>
            </a:r>
          </a:p>
        </p:txBody>
      </p:sp>
      <p:sp>
        <p:nvSpPr>
          <p:cNvPr id="105" name="Avatar GSC BPM 0"/>
          <p:cNvSpPr/>
          <p:nvPr/>
        </p:nvSpPr>
        <p:spPr>
          <a:xfrm>
            <a:off x="6332220" y="5897880"/>
            <a:ext cx="274320" cy="274320"/>
          </a:xfrm>
          <a:prstGeom prst="ellipse">
            <a:avLst/>
          </a:prstGeom>
          <a:solidFill>
            <a:srgbClr val="0B2A4A"/>
          </a:solidFill>
          <a:ln w="12700">
            <a:solidFill>
              <a:srgbClr val="FFFFFF"/>
            </a:solidFill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FFFFFF"/>
                </a:solidFill>
                <a:latin typeface="Segoe UI"/>
                <a:cs typeface="Segoe UI"/>
              </a:rPr>
              <a:t>AP</a:t>
            </a:r>
          </a:p>
        </p:txBody>
      </p:sp>
      <p:sp>
        <p:nvSpPr>
          <p:cNvPr id="106" name="Name GSC BPM"/>
          <p:cNvSpPr/>
          <p:nvPr/>
        </p:nvSpPr>
        <p:spPr>
          <a:xfrm>
            <a:off x="6679692" y="5897880"/>
            <a:ext cx="1442466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1" dirty="0">
                <a:solidFill>
                  <a:srgbClr val="1F2937"/>
                </a:solidFill>
                <a:latin typeface="Segoe UI"/>
                <a:cs typeface="Segoe UI"/>
              </a:rPr>
              <a:t>A. Pillai</a:t>
            </a:r>
          </a:p>
        </p:txBody>
      </p:sp>
      <p:sp>
        <p:nvSpPr>
          <p:cNvPr id="107" name="Auto GSC BPM"/>
          <p:cNvSpPr/>
          <p:nvPr/>
        </p:nvSpPr>
        <p:spPr>
          <a:xfrm>
            <a:off x="8122158" y="5952744"/>
            <a:ext cx="365760" cy="164592"/>
          </a:xfrm>
          <a:prstGeom prst="roundRect">
            <a:avLst>
              <a:gd name="adj" fmla="val 50000"/>
            </a:avLst>
          </a:prstGeom>
          <a:solidFill>
            <a:srgbClr val="EAF2FD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00" b="1" dirty="0">
                <a:solidFill>
                  <a:srgbClr val="1565D8"/>
                </a:solidFill>
                <a:latin typeface="Segoe UI"/>
                <a:cs typeface="Segoe UI"/>
              </a:rPr>
              <a:t>AUTO</a:t>
            </a:r>
          </a:p>
        </p:txBody>
      </p:sp>
      <p:sp>
        <p:nvSpPr>
          <p:cNvPr id="108" name="Group panel PROJECT TEA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89670" y="2971800"/>
            <a:ext cx="2503170" cy="3547872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109" name="Group PROJECT TEAM"/>
          <p:cNvSpPr/>
          <p:nvPr/>
        </p:nvSpPr>
        <p:spPr>
          <a:xfrm>
            <a:off x="8881110" y="3017520"/>
            <a:ext cx="2320290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1" dirty="0">
                <a:solidFill>
                  <a:srgbClr val="0B2A4A"/>
                </a:solidFill>
                <a:latin typeface="Segoe UI"/>
                <a:cs typeface="Segoe UI"/>
              </a:rPr>
              <a:t>PROJECT TEAM   2</a:t>
            </a:r>
          </a:p>
        </p:txBody>
      </p:sp>
      <p:sp>
        <p:nvSpPr>
          <p:cNvPr id="110" name="Card WPM focal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62822" y="3291840"/>
            <a:ext cx="2356866" cy="67665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111" name="Accent WPM focal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62822" y="3401568"/>
            <a:ext cx="36576" cy="457200"/>
          </a:xfrm>
          <a:prstGeom prst="rect">
            <a:avLst/>
          </a:prstGeom>
          <a:solidFill>
            <a:srgbClr val="1E8E3E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112" name="Role WPM focals"/>
          <p:cNvSpPr/>
          <p:nvPr/>
        </p:nvSpPr>
        <p:spPr>
          <a:xfrm>
            <a:off x="8972550" y="3346704"/>
            <a:ext cx="1579626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WPM FOCALS</a:t>
            </a:r>
          </a:p>
        </p:txBody>
      </p:sp>
      <p:sp>
        <p:nvSpPr>
          <p:cNvPr id="113" name="Locked WPM focals"/>
          <p:cNvSpPr/>
          <p:nvPr/>
        </p:nvSpPr>
        <p:spPr>
          <a:xfrm>
            <a:off x="10597896" y="3364992"/>
            <a:ext cx="530352" cy="164592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00" b="1" dirty="0">
                <a:solidFill>
                  <a:srgbClr val="1E8E3E"/>
                </a:solidFill>
                <a:latin typeface="Segoe UI"/>
                <a:cs typeface="Segoe UI"/>
              </a:rPr>
              <a:t>LOCKED</a:t>
            </a:r>
          </a:p>
        </p:txBody>
      </p:sp>
      <p:sp>
        <p:nvSpPr>
          <p:cNvPr id="114" name="Avatar WPM focals 0"/>
          <p:cNvSpPr/>
          <p:nvPr/>
        </p:nvSpPr>
        <p:spPr>
          <a:xfrm>
            <a:off x="8972550" y="3593592"/>
            <a:ext cx="274320" cy="274320"/>
          </a:xfrm>
          <a:prstGeom prst="ellipse">
            <a:avLst/>
          </a:prstGeom>
          <a:solidFill>
            <a:srgbClr val="0B2A4A"/>
          </a:solidFill>
          <a:ln w="12700">
            <a:solidFill>
              <a:srgbClr val="FFFFFF"/>
            </a:solidFill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FFFFFF"/>
                </a:solidFill>
                <a:latin typeface="Segoe UI"/>
                <a:cs typeface="Segoe UI"/>
              </a:rPr>
              <a:t>HJ</a:t>
            </a:r>
          </a:p>
        </p:txBody>
      </p:sp>
      <p:sp>
        <p:nvSpPr>
          <p:cNvPr id="115" name="Avatar WPM focals 1"/>
          <p:cNvSpPr/>
          <p:nvPr/>
        </p:nvSpPr>
        <p:spPr>
          <a:xfrm>
            <a:off x="9155430" y="3593592"/>
            <a:ext cx="274320" cy="274320"/>
          </a:xfrm>
          <a:prstGeom prst="ellipse">
            <a:avLst/>
          </a:prstGeom>
          <a:solidFill>
            <a:srgbClr val="1565D8"/>
          </a:solidFill>
          <a:ln w="12700">
            <a:solidFill>
              <a:srgbClr val="FFFFFF"/>
            </a:solidFill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FFFFFF"/>
                </a:solidFill>
                <a:latin typeface="Segoe UI"/>
                <a:cs typeface="Segoe UI"/>
              </a:rPr>
              <a:t>DC</a:t>
            </a:r>
          </a:p>
        </p:txBody>
      </p:sp>
      <p:sp>
        <p:nvSpPr>
          <p:cNvPr id="116" name="Name WPM focals"/>
          <p:cNvSpPr/>
          <p:nvPr/>
        </p:nvSpPr>
        <p:spPr>
          <a:xfrm>
            <a:off x="9502902" y="3593592"/>
            <a:ext cx="1259586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1" dirty="0">
                <a:solidFill>
                  <a:srgbClr val="1F2937"/>
                </a:solidFill>
                <a:latin typeface="Segoe UI"/>
                <a:cs typeface="Segoe UI"/>
              </a:rPr>
              <a:t>H. Jacome  +1</a:t>
            </a:r>
          </a:p>
        </p:txBody>
      </p:sp>
      <p:sp>
        <p:nvSpPr>
          <p:cNvPr id="117" name="Auto WPM focals"/>
          <p:cNvSpPr/>
          <p:nvPr/>
        </p:nvSpPr>
        <p:spPr>
          <a:xfrm>
            <a:off x="10762488" y="3648456"/>
            <a:ext cx="365760" cy="164592"/>
          </a:xfrm>
          <a:prstGeom prst="roundRect">
            <a:avLst>
              <a:gd name="adj" fmla="val 50000"/>
            </a:avLst>
          </a:prstGeom>
          <a:solidFill>
            <a:srgbClr val="EAF2FD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00" b="1" dirty="0">
                <a:solidFill>
                  <a:srgbClr val="1565D8"/>
                </a:solidFill>
                <a:latin typeface="Segoe UI"/>
                <a:cs typeface="Segoe UI"/>
              </a:rPr>
              <a:t>AUTO</a:t>
            </a:r>
          </a:p>
        </p:txBody>
      </p:sp>
      <p:sp>
        <p:nvSpPr>
          <p:cNvPr id="118" name="Card MSP focals (if applicable)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62822" y="4059936"/>
            <a:ext cx="2356866" cy="67665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119" name="Accent MSP focals (if applicable)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62822" y="4169664"/>
            <a:ext cx="36576" cy="457200"/>
          </a:xfrm>
          <a:prstGeom prst="rect">
            <a:avLst/>
          </a:prstGeom>
          <a:solidFill>
            <a:srgbClr val="1E8E3E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120" name="Role MSP focals (if applicable)"/>
          <p:cNvSpPr/>
          <p:nvPr/>
        </p:nvSpPr>
        <p:spPr>
          <a:xfrm>
            <a:off x="8972550" y="4114800"/>
            <a:ext cx="1579626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MSP FOCALS (IF APPLICABLE)</a:t>
            </a:r>
          </a:p>
        </p:txBody>
      </p:sp>
      <p:sp>
        <p:nvSpPr>
          <p:cNvPr id="121" name="Locked MSP focals (if applicable)"/>
          <p:cNvSpPr/>
          <p:nvPr/>
        </p:nvSpPr>
        <p:spPr>
          <a:xfrm>
            <a:off x="10597896" y="4133088"/>
            <a:ext cx="530352" cy="164592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00" b="1" dirty="0">
                <a:solidFill>
                  <a:srgbClr val="1E8E3E"/>
                </a:solidFill>
                <a:latin typeface="Segoe UI"/>
                <a:cs typeface="Segoe UI"/>
              </a:rPr>
              <a:t>LOCKED</a:t>
            </a:r>
          </a:p>
        </p:txBody>
      </p:sp>
      <p:sp>
        <p:nvSpPr>
          <p:cNvPr id="122" name="Avatar MSP focals (if applicable) 0"/>
          <p:cNvSpPr/>
          <p:nvPr/>
        </p:nvSpPr>
        <p:spPr>
          <a:xfrm>
            <a:off x="8972550" y="4361688"/>
            <a:ext cx="274320" cy="274320"/>
          </a:xfrm>
          <a:prstGeom prst="ellipse">
            <a:avLst/>
          </a:prstGeom>
          <a:solidFill>
            <a:srgbClr val="0B2A4A"/>
          </a:solidFill>
          <a:ln w="12700">
            <a:solidFill>
              <a:srgbClr val="FFFFFF"/>
            </a:solidFill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FFFFFF"/>
                </a:solidFill>
                <a:latin typeface="Segoe UI"/>
                <a:cs typeface="Segoe UI"/>
              </a:rPr>
              <a:t>MA</a:t>
            </a:r>
          </a:p>
        </p:txBody>
      </p:sp>
      <p:sp>
        <p:nvSpPr>
          <p:cNvPr id="123" name="Avatar MSP focals (if applicable) 1"/>
          <p:cNvSpPr/>
          <p:nvPr/>
        </p:nvSpPr>
        <p:spPr>
          <a:xfrm>
            <a:off x="9155430" y="4361688"/>
            <a:ext cx="274320" cy="274320"/>
          </a:xfrm>
          <a:prstGeom prst="ellipse">
            <a:avLst/>
          </a:prstGeom>
          <a:solidFill>
            <a:srgbClr val="1565D8"/>
          </a:solidFill>
          <a:ln w="12700">
            <a:solidFill>
              <a:srgbClr val="FFFFFF"/>
            </a:solidFill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FFFFFF"/>
                </a:solidFill>
                <a:latin typeface="Segoe UI"/>
                <a:cs typeface="Segoe UI"/>
              </a:rPr>
              <a:t>MB</a:t>
            </a:r>
          </a:p>
        </p:txBody>
      </p:sp>
      <p:sp>
        <p:nvSpPr>
          <p:cNvPr id="124" name="Name MSP focals (if applicable)"/>
          <p:cNvSpPr/>
          <p:nvPr/>
        </p:nvSpPr>
        <p:spPr>
          <a:xfrm>
            <a:off x="9502902" y="4361688"/>
            <a:ext cx="1259586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1" dirty="0">
                <a:solidFill>
                  <a:srgbClr val="1F2937"/>
                </a:solidFill>
                <a:latin typeface="Segoe UI"/>
                <a:cs typeface="Segoe UI"/>
              </a:rPr>
              <a:t>2 MSPs assigned</a:t>
            </a:r>
          </a:p>
        </p:txBody>
      </p:sp>
      <p:sp>
        <p:nvSpPr>
          <p:cNvPr id="125" name="MSP link"/>
          <p:cNvSpPr/>
          <p:nvPr/>
        </p:nvSpPr>
        <p:spPr>
          <a:xfrm>
            <a:off x="8972550" y="4754880"/>
            <a:ext cx="213741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r">
              <a:buNone/>
            </a:pPr>
            <a:r>
              <a:rPr lang="en-US" sz="750" b="1" dirty="0">
                <a:solidFill>
                  <a:srgbClr val="1565D8"/>
                </a:solidFill>
                <a:latin typeface="Segoe UI"/>
                <a:cs typeface="Segoe UI"/>
              </a:rPr>
              <a:t>View MSP focals  &gt;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/>
          <p:nvPr/>
        </p:nvSpPr>
        <p:spPr>
          <a:xfrm>
            <a:off x="457200" y="201168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800" b="0" dirty="0">
                <a:solidFill>
                  <a:srgbClr val="000000"/>
                </a:solidFill>
                <a:latin typeface="Segoe UI"/>
                <a:cs typeface="Segoe UI"/>
              </a:rPr>
              <a:t>Stakeholder Registration (2 of 2)</a:t>
            </a:r>
          </a:p>
        </p:txBody>
      </p:sp>
      <p:sp>
        <p:nvSpPr>
          <p:cNvPr id="4" name="Subtitle"/>
          <p:cNvSpPr/>
          <p:nvPr/>
        </p:nvSpPr>
        <p:spPr>
          <a:xfrm>
            <a:off x="5486400" y="274320"/>
            <a:ext cx="612648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r">
              <a:buNone/>
            </a:pPr>
            <a:r>
              <a:rPr lang="en-US" sz="900" b="0" dirty="0">
                <a:solidFill>
                  <a:srgbClr val="6B7280"/>
                </a:solidFill>
                <a:latin typeface="Segoe UI"/>
                <a:cs typeface="Segoe UI"/>
              </a:rPr>
              <a:t>Mock-up  |  Edit panel, MSP focals and change log</a:t>
            </a:r>
          </a:p>
        </p:txBody>
      </p:sp>
      <p:sp>
        <p:nvSpPr>
          <p:cNvPr id="5" name="App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777240"/>
            <a:ext cx="11064240" cy="5897880"/>
          </a:xfrm>
          <a:prstGeom prst="rect">
            <a:avLst/>
          </a:prstGeom>
          <a:solidFill>
            <a:srgbClr val="F3F6FA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6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777240"/>
            <a:ext cx="110642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7" name="Search"/>
          <p:cNvSpPr/>
          <p:nvPr/>
        </p:nvSpPr>
        <p:spPr>
          <a:xfrm>
            <a:off x="731520" y="841248"/>
            <a:ext cx="3657600" cy="256032"/>
          </a:xfrm>
          <a:prstGeom prst="roundRect">
            <a:avLst>
              <a:gd name="adj" fmla="val 20000"/>
            </a:avLst>
          </a:prstGeom>
          <a:solidFill>
            <a:srgbClr val="F3F6FA"/>
          </a:solidFill>
          <a:ln w="9525">
            <a:solidFill>
              <a:srgbClr val="DDE3EC"/>
            </a:solidFill>
          </a:ln>
        </p:spPr>
        <p:txBody>
          <a:bodyPr wrap="square" lIns="91440" tIns="27432" rIns="91440" bIns="27432" rtlCol="0" anchor="ctr">
            <a:noAutofit/>
          </a:bodyPr>
          <a:lstStyle/>
          <a:p>
            <a:pPr algn="l">
              <a:buNone/>
            </a:pPr>
            <a:r>
              <a:rPr lang="en-US" sz="750" b="0" dirty="0">
                <a:solidFill>
                  <a:srgbClr val="6B7280"/>
                </a:solidFill>
                <a:latin typeface="Segoe UI"/>
                <a:cs typeface="Segoe UI"/>
              </a:rPr>
              <a:t>Search project, request, FTE ID...</a:t>
            </a:r>
          </a:p>
        </p:txBody>
      </p:sp>
      <p:sp>
        <p:nvSpPr>
          <p:cNvPr id="8" name="Avatar"/>
          <p:cNvSpPr/>
          <p:nvPr/>
        </p:nvSpPr>
        <p:spPr>
          <a:xfrm>
            <a:off x="10515600" y="841248"/>
            <a:ext cx="256032" cy="256032"/>
          </a:xfrm>
          <a:prstGeom prst="ellipse">
            <a:avLst/>
          </a:prstGeom>
          <a:solidFill>
            <a:srgbClr val="0B2A4A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FFFFFF"/>
                </a:solidFill>
                <a:latin typeface="Segoe UI"/>
                <a:cs typeface="Segoe UI"/>
              </a:rPr>
              <a:t>HJ</a:t>
            </a:r>
          </a:p>
        </p:txBody>
      </p:sp>
      <p:sp>
        <p:nvSpPr>
          <p:cNvPr id="9" name="User name"/>
          <p:cNvSpPr/>
          <p:nvPr/>
        </p:nvSpPr>
        <p:spPr>
          <a:xfrm>
            <a:off x="10808208" y="841248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H. Jacome</a:t>
            </a:r>
          </a:p>
        </p:txBody>
      </p:sp>
      <p:sp>
        <p:nvSpPr>
          <p:cNvPr id="10" name="Breadcrumb"/>
          <p:cNvSpPr/>
          <p:nvPr/>
        </p:nvSpPr>
        <p:spPr>
          <a:xfrm>
            <a:off x="731520" y="1371600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 dirty="0">
                <a:solidFill>
                  <a:srgbClr val="6B7280"/>
                </a:solidFill>
                <a:latin typeface="Segoe UI"/>
                <a:cs typeface="Segoe UI"/>
              </a:rPr>
              <a:t>Projects  &gt;  Ocean EU Hub Migration  &gt;  Stakeholder Registration</a:t>
            </a:r>
          </a:p>
        </p:txBody>
      </p:sp>
      <p:sp>
        <p:nvSpPr>
          <p:cNvPr id="11" name="Header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1554480"/>
            <a:ext cx="10698480" cy="56692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12" name="Page title"/>
          <p:cNvSpPr/>
          <p:nvPr/>
        </p:nvSpPr>
        <p:spPr>
          <a:xfrm>
            <a:off x="868680" y="1591056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1F2937"/>
                </a:solidFill>
                <a:latin typeface="Segoe UI"/>
                <a:cs typeface="Segoe UI"/>
              </a:rPr>
              <a:t>Stakeholder Registration</a:t>
            </a:r>
          </a:p>
        </p:txBody>
      </p:sp>
      <p:sp>
        <p:nvSpPr>
          <p:cNvPr id="13" name="Status chip"/>
          <p:cNvSpPr/>
          <p:nvPr/>
        </p:nvSpPr>
        <p:spPr>
          <a:xfrm>
            <a:off x="3246120" y="1645920"/>
            <a:ext cx="822960" cy="201168"/>
          </a:xfrm>
          <a:prstGeom prst="roundRect">
            <a:avLst>
              <a:gd name="adj" fmla="val 50000"/>
            </a:avLst>
          </a:prstGeom>
          <a:solidFill>
            <a:srgbClr val="EAF2FD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 dirty="0">
                <a:solidFill>
                  <a:srgbClr val="1565D8"/>
                </a:solidFill>
                <a:latin typeface="Segoe UI"/>
                <a:cs typeface="Segoe UI"/>
              </a:rPr>
              <a:t>IN PROGRESS</a:t>
            </a:r>
          </a:p>
        </p:txBody>
      </p:sp>
      <p:sp>
        <p:nvSpPr>
          <p:cNvPr id="14" name="Page subtitle"/>
          <p:cNvSpPr/>
          <p:nvPr/>
        </p:nvSpPr>
        <p:spPr>
          <a:xfrm>
            <a:off x="868680" y="1874519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0" dirty="0">
                <a:solidFill>
                  <a:srgbClr val="6B7280"/>
                </a:solidFill>
                <a:latin typeface="Segoe UI"/>
                <a:cs typeface="Segoe UI"/>
              </a:rPr>
              <a:t>Ocean EU Hub Migration  |  PRJ-2026-014  |  Phase: Initiate  |  Last saved 14 Oct 2026, 10:42</a:t>
            </a:r>
          </a:p>
        </p:txBody>
      </p:sp>
      <p:sp>
        <p:nvSpPr>
          <p:cNvPr id="15" name="Export button"/>
          <p:cNvSpPr/>
          <p:nvPr/>
        </p:nvSpPr>
        <p:spPr>
          <a:xfrm>
            <a:off x="9646920" y="1719072"/>
            <a:ext cx="73152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 dirty="0">
                <a:solidFill>
                  <a:srgbClr val="1F2937"/>
                </a:solidFill>
                <a:latin typeface="Segoe UI"/>
                <a:cs typeface="Segoe UI"/>
              </a:rPr>
              <a:t>Export</a:t>
            </a:r>
          </a:p>
        </p:txBody>
      </p:sp>
      <p:sp>
        <p:nvSpPr>
          <p:cNvPr id="16" name="Save draft button"/>
          <p:cNvSpPr/>
          <p:nvPr/>
        </p:nvSpPr>
        <p:spPr>
          <a:xfrm>
            <a:off x="10469880" y="1719072"/>
            <a:ext cx="82296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1565D8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 dirty="0">
                <a:solidFill>
                  <a:srgbClr val="1565D8"/>
                </a:solidFill>
                <a:latin typeface="Segoe UI"/>
                <a:cs typeface="Segoe UI"/>
              </a:rPr>
              <a:t>Save draft</a:t>
            </a:r>
          </a:p>
        </p:txBody>
      </p:sp>
      <p:sp>
        <p:nvSpPr>
          <p:cNvPr id="17" name="MSP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2240280"/>
            <a:ext cx="5806440" cy="2286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18" name="Callout 5" descr="Callout 5 - see developer guide"/>
          <p:cNvSpPr/>
          <p:nvPr/>
        </p:nvSpPr>
        <p:spPr>
          <a:xfrm>
            <a:off x="868680" y="2331720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Segoe UI"/>
                <a:cs typeface="Segoe UI"/>
              </a:rPr>
              <a:t>5</a:t>
            </a:r>
          </a:p>
        </p:txBody>
      </p:sp>
      <p:sp>
        <p:nvSpPr>
          <p:cNvPr id="19" name="Section 5 title"/>
          <p:cNvSpPr/>
          <p:nvPr/>
        </p:nvSpPr>
        <p:spPr>
          <a:xfrm>
            <a:off x="1124712" y="2304288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000" b="1" dirty="0">
                <a:solidFill>
                  <a:srgbClr val="1F2937"/>
                </a:solidFill>
                <a:latin typeface="Segoe UI"/>
                <a:cs typeface="Segoe UI"/>
              </a:rPr>
              <a:t>MSP Focals</a:t>
            </a:r>
          </a:p>
        </p:txBody>
      </p:sp>
      <p:sp>
        <p:nvSpPr>
          <p:cNvPr id="20" name="Section 5 chip"/>
          <p:cNvSpPr/>
          <p:nvPr/>
        </p:nvSpPr>
        <p:spPr>
          <a:xfrm>
            <a:off x="2971800" y="2340864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EXPANDED ROW</a:t>
            </a:r>
          </a:p>
        </p:txBody>
      </p:sp>
      <p:sp>
        <p:nvSpPr>
          <p:cNvPr id="21" name="Section 5 source"/>
          <p:cNvSpPr/>
          <p:nvPr/>
        </p:nvSpPr>
        <p:spPr>
          <a:xfrm>
            <a:off x="3977639" y="230428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 dirty="0">
                <a:solidFill>
                  <a:srgbClr val="6B7280"/>
                </a:solidFill>
                <a:latin typeface="Segoe UI"/>
                <a:cs typeface="Segoe UI"/>
              </a:rPr>
              <a:t>One focal per MSP</a:t>
            </a:r>
          </a:p>
        </p:txBody>
      </p:sp>
      <p:sp>
        <p:nvSpPr>
          <p:cNvPr id="22" name="Add MSP button"/>
          <p:cNvSpPr/>
          <p:nvPr/>
        </p:nvSpPr>
        <p:spPr>
          <a:xfrm>
            <a:off x="5486400" y="2322576"/>
            <a:ext cx="91440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1565D8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 dirty="0">
                <a:solidFill>
                  <a:srgbClr val="1565D8"/>
                </a:solidFill>
                <a:latin typeface="Segoe UI"/>
                <a:cs typeface="Segoe UI"/>
              </a:rPr>
              <a:t>+ Add MSP</a:t>
            </a:r>
          </a:p>
        </p:txBody>
      </p:sp>
      <p:graphicFrame>
        <p:nvGraphicFramePr>
          <p:cNvPr id="23" name="MSP focals table" descr="MSP focals: MSP, service, focal, approvals and statu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5533294"/>
              </p:ext>
            </p:extLst>
          </p:nvPr>
        </p:nvGraphicFramePr>
        <p:xfrm>
          <a:off x="868680" y="2670048"/>
          <a:ext cx="5532120" cy="786384"/>
        </p:xfrm>
        <a:graphic>
          <a:graphicData uri="http://schemas.openxmlformats.org/drawingml/2006/table">
            <a:tbl>
              <a:tblPr firstRow="1" bandRow="1"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MSP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Service / scope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Focal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Actions</a:t>
                      </a:r>
                      <a:endParaRPr lang="en-US" sz="700" b="1" dirty="0">
                        <a:solidFill>
                          <a:srgbClr val="FFFFFF"/>
                        </a:solidFill>
                        <a:latin typeface="Segoe UI"/>
                        <a:cs typeface="Segoe UI"/>
                      </a:endParaRP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MSP A (TBC)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Transition &amp; KT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T. Berg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565D8"/>
                          </a:solidFill>
                          <a:latin typeface="Segoe UI"/>
                          <a:cs typeface="Segoe UI"/>
                        </a:rPr>
                        <a:t>Edit  |  Unlock</a:t>
                      </a:r>
                      <a:endParaRPr lang="en-US" sz="700" b="0" dirty="0">
                        <a:solidFill>
                          <a:srgbClr val="1565D8"/>
                        </a:solidFill>
                        <a:latin typeface="Segoe UI"/>
                        <a:cs typeface="Segoe UI"/>
                      </a:endParaRP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MSP B (TBC)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Ongoing delivery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C62828"/>
                          </a:solidFill>
                          <a:latin typeface="Segoe UI"/>
                          <a:cs typeface="Segoe UI"/>
                        </a:rPr>
                        <a:t>+ Assign person</a:t>
                      </a:r>
                      <a:endParaRPr lang="en-US" sz="700" b="1" dirty="0">
                        <a:solidFill>
                          <a:srgbClr val="C62828"/>
                        </a:solidFill>
                        <a:latin typeface="Segoe UI"/>
                        <a:cs typeface="Segoe UI"/>
                      </a:endParaRP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565D8"/>
                          </a:solidFill>
                          <a:latin typeface="Segoe UI"/>
                          <a:cs typeface="Segoe UI"/>
                        </a:rPr>
                        <a:t>Assign</a:t>
                      </a:r>
                      <a:endParaRPr lang="en-US" sz="700" b="1" dirty="0">
                        <a:solidFill>
                          <a:srgbClr val="1565D8"/>
                        </a:solidFill>
                        <a:latin typeface="Segoe UI"/>
                        <a:cs typeface="Segoe UI"/>
                      </a:endParaRP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MSP note"/>
          <p:cNvSpPr/>
          <p:nvPr/>
        </p:nvSpPr>
        <p:spPr>
          <a:xfrm>
            <a:off x="868680" y="3611880"/>
            <a:ext cx="5532120" cy="685800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>
            <a:noFill/>
          </a:ln>
        </p:spPr>
        <p:txBody>
          <a:bodyPr wrap="square" lIns="91440" tIns="27432" rIns="91440" bIns="27432" rtlCol="0" anchor="t">
            <a:noAutofit/>
          </a:bodyPr>
          <a:lstStyle/>
          <a:p>
            <a:pPr algn="l">
              <a:buNone/>
            </a:pPr>
            <a:r>
              <a:rPr lang="en-US" sz="750" b="1" dirty="0">
                <a:solidFill>
                  <a:srgbClr val="B26A00"/>
                </a:solidFill>
                <a:latin typeface="Segoe UI"/>
                <a:cs typeface="Segoe UI"/>
              </a:rPr>
              <a:t>MSP list to be confirmed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700" b="0" dirty="0">
                <a:solidFill>
                  <a:srgbClr val="B26A00"/>
                </a:solidFill>
                <a:latin typeface="Segoe UI"/>
                <a:cs typeface="Segoe UI"/>
              </a:rPr>
              <a:t>The applicable MSPs and their focal roles will be provided separately. The row stays collapsed in the registry and expands to one line per MSP.</a:t>
            </a:r>
          </a:p>
        </p:txBody>
      </p:sp>
      <p:sp>
        <p:nvSpPr>
          <p:cNvPr id="25" name="Log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4617720"/>
            <a:ext cx="5806440" cy="198424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26" name="Callout 6" descr="Callout 6 - see developer guide"/>
          <p:cNvSpPr/>
          <p:nvPr/>
        </p:nvSpPr>
        <p:spPr>
          <a:xfrm>
            <a:off x="868680" y="4709160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Segoe UI"/>
                <a:cs typeface="Segoe UI"/>
              </a:rPr>
              <a:t>6</a:t>
            </a:r>
          </a:p>
        </p:txBody>
      </p:sp>
      <p:sp>
        <p:nvSpPr>
          <p:cNvPr id="27" name="Section 6 title"/>
          <p:cNvSpPr/>
          <p:nvPr/>
        </p:nvSpPr>
        <p:spPr>
          <a:xfrm>
            <a:off x="1124712" y="4681728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000" b="1" dirty="0">
                <a:solidFill>
                  <a:srgbClr val="1F2937"/>
                </a:solidFill>
                <a:latin typeface="Segoe UI"/>
                <a:cs typeface="Segoe UI"/>
              </a:rPr>
              <a:t>Change Log</a:t>
            </a:r>
          </a:p>
        </p:txBody>
      </p:sp>
      <p:sp>
        <p:nvSpPr>
          <p:cNvPr id="28" name="Section 6 chip"/>
          <p:cNvSpPr/>
          <p:nvPr/>
        </p:nvSpPr>
        <p:spPr>
          <a:xfrm>
            <a:off x="2971800" y="47183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AUDIT</a:t>
            </a:r>
          </a:p>
        </p:txBody>
      </p:sp>
      <p:sp>
        <p:nvSpPr>
          <p:cNvPr id="29" name="Section 6 source"/>
          <p:cNvSpPr/>
          <p:nvPr/>
        </p:nvSpPr>
        <p:spPr>
          <a:xfrm>
            <a:off x="3611879" y="468172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 dirty="0">
                <a:solidFill>
                  <a:srgbClr val="6B7280"/>
                </a:solidFill>
                <a:latin typeface="Segoe UI"/>
                <a:cs typeface="Segoe UI"/>
              </a:rPr>
              <a:t>Every edit, lock and unlock</a:t>
            </a:r>
          </a:p>
        </p:txBody>
      </p:sp>
      <p:sp>
        <p:nvSpPr>
          <p:cNvPr id="30" name="Log date 0"/>
          <p:cNvSpPr/>
          <p:nvPr/>
        </p:nvSpPr>
        <p:spPr>
          <a:xfrm>
            <a:off x="868680" y="5029200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 dirty="0">
                <a:solidFill>
                  <a:srgbClr val="6B7280"/>
                </a:solidFill>
                <a:latin typeface="Segoe UI"/>
                <a:cs typeface="Segoe UI"/>
              </a:rPr>
              <a:t>14 Oct 2026 10:42</a:t>
            </a:r>
          </a:p>
        </p:txBody>
      </p:sp>
      <p:sp>
        <p:nvSpPr>
          <p:cNvPr id="31" name="Log user 0"/>
          <p:cNvSpPr/>
          <p:nvPr/>
        </p:nvSpPr>
        <p:spPr>
          <a:xfrm>
            <a:off x="2011680" y="502920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1" dirty="0">
                <a:solidFill>
                  <a:srgbClr val="1F2937"/>
                </a:solidFill>
                <a:latin typeface="Segoe UI"/>
                <a:cs typeface="Segoe UI"/>
              </a:rPr>
              <a:t>H. Jacome</a:t>
            </a:r>
          </a:p>
        </p:txBody>
      </p:sp>
      <p:sp>
        <p:nvSpPr>
          <p:cNvPr id="32" name="Log event 0"/>
          <p:cNvSpPr/>
          <p:nvPr/>
        </p:nvSpPr>
        <p:spPr>
          <a:xfrm>
            <a:off x="2743200" y="50292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 dirty="0">
                <a:solidFill>
                  <a:srgbClr val="1F2937"/>
                </a:solidFill>
                <a:latin typeface="Segoe UI"/>
                <a:cs typeface="Segoe UI"/>
              </a:rPr>
              <a:t>Locked GSC SME: R. Iyer</a:t>
            </a:r>
          </a:p>
        </p:txBody>
      </p:sp>
      <p:sp>
        <p:nvSpPr>
          <p:cNvPr id="33" name="Log rul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8680" y="5358384"/>
            <a:ext cx="5532120" cy="9144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34" name="Log date 1"/>
          <p:cNvSpPr/>
          <p:nvPr/>
        </p:nvSpPr>
        <p:spPr>
          <a:xfrm>
            <a:off x="868680" y="5394960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 dirty="0">
                <a:solidFill>
                  <a:srgbClr val="6B7280"/>
                </a:solidFill>
                <a:latin typeface="Segoe UI"/>
                <a:cs typeface="Segoe UI"/>
              </a:rPr>
              <a:t>14 Oct 2026 10:30</a:t>
            </a:r>
          </a:p>
        </p:txBody>
      </p:sp>
      <p:sp>
        <p:nvSpPr>
          <p:cNvPr id="35" name="Log user 1"/>
          <p:cNvSpPr/>
          <p:nvPr/>
        </p:nvSpPr>
        <p:spPr>
          <a:xfrm>
            <a:off x="2011680" y="539496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1" dirty="0">
                <a:solidFill>
                  <a:srgbClr val="1F2937"/>
                </a:solidFill>
                <a:latin typeface="Segoe UI"/>
                <a:cs typeface="Segoe UI"/>
              </a:rPr>
              <a:t>System</a:t>
            </a:r>
          </a:p>
        </p:txBody>
      </p:sp>
      <p:sp>
        <p:nvSpPr>
          <p:cNvPr id="36" name="Log event 1"/>
          <p:cNvSpPr/>
          <p:nvPr/>
        </p:nvSpPr>
        <p:spPr>
          <a:xfrm>
            <a:off x="2743200" y="53949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 dirty="0">
                <a:solidFill>
                  <a:srgbClr val="1F2937"/>
                </a:solidFill>
                <a:latin typeface="Segoe UI"/>
                <a:cs typeface="Segoe UI"/>
              </a:rPr>
              <a:t>Auto-populated GSC Head-1 and GSC FBP from backend tables</a:t>
            </a:r>
          </a:p>
        </p:txBody>
      </p:sp>
      <p:sp>
        <p:nvSpPr>
          <p:cNvPr id="37" name="Log ru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8680" y="5724144"/>
            <a:ext cx="5532120" cy="9144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38" name="Log date 2"/>
          <p:cNvSpPr/>
          <p:nvPr/>
        </p:nvSpPr>
        <p:spPr>
          <a:xfrm>
            <a:off x="868680" y="5760720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 dirty="0">
                <a:solidFill>
                  <a:srgbClr val="6B7280"/>
                </a:solidFill>
                <a:latin typeface="Segoe UI"/>
                <a:cs typeface="Segoe UI"/>
              </a:rPr>
              <a:t>13 Oct 2026 16:05</a:t>
            </a:r>
          </a:p>
        </p:txBody>
      </p:sp>
      <p:sp>
        <p:nvSpPr>
          <p:cNvPr id="39" name="Log user 2"/>
          <p:cNvSpPr/>
          <p:nvPr/>
        </p:nvSpPr>
        <p:spPr>
          <a:xfrm>
            <a:off x="2011680" y="57607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1" dirty="0">
                <a:solidFill>
                  <a:srgbClr val="1F2937"/>
                </a:solidFill>
                <a:latin typeface="Segoe UI"/>
                <a:cs typeface="Segoe UI"/>
              </a:rPr>
              <a:t>M. Hansen</a:t>
            </a:r>
          </a:p>
        </p:txBody>
      </p:sp>
      <p:sp>
        <p:nvSpPr>
          <p:cNvPr id="40" name="Log event 2"/>
          <p:cNvSpPr/>
          <p:nvPr/>
        </p:nvSpPr>
        <p:spPr>
          <a:xfrm>
            <a:off x="2743200" y="57607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 dirty="0">
                <a:solidFill>
                  <a:srgbClr val="1F2937"/>
                </a:solidFill>
                <a:latin typeface="Segoe UI"/>
                <a:cs typeface="Segoe UI"/>
              </a:rPr>
              <a:t>Unlocked Area SME; added P. Larsen</a:t>
            </a:r>
          </a:p>
        </p:txBody>
      </p:sp>
      <p:sp>
        <p:nvSpPr>
          <p:cNvPr id="41" name="Log ru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8680" y="6089904"/>
            <a:ext cx="5532120" cy="9144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42" name="Log date 3"/>
          <p:cNvSpPr/>
          <p:nvPr/>
        </p:nvSpPr>
        <p:spPr>
          <a:xfrm>
            <a:off x="868680" y="6126480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 dirty="0">
                <a:solidFill>
                  <a:srgbClr val="6B7280"/>
                </a:solidFill>
                <a:latin typeface="Segoe UI"/>
                <a:cs typeface="Segoe UI"/>
              </a:rPr>
              <a:t>12 Oct 2026 09:12</a:t>
            </a:r>
          </a:p>
        </p:txBody>
      </p:sp>
      <p:sp>
        <p:nvSpPr>
          <p:cNvPr id="43" name="Log user 3"/>
          <p:cNvSpPr/>
          <p:nvPr/>
        </p:nvSpPr>
        <p:spPr>
          <a:xfrm>
            <a:off x="2011680" y="612648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1" dirty="0">
                <a:solidFill>
                  <a:srgbClr val="1F2937"/>
                </a:solidFill>
                <a:latin typeface="Segoe UI"/>
                <a:cs typeface="Segoe UI"/>
              </a:rPr>
              <a:t>H. Jacome</a:t>
            </a:r>
          </a:p>
        </p:txBody>
      </p:sp>
      <p:sp>
        <p:nvSpPr>
          <p:cNvPr id="44" name="Log event 3"/>
          <p:cNvSpPr/>
          <p:nvPr/>
        </p:nvSpPr>
        <p:spPr>
          <a:xfrm>
            <a:off x="2743200" y="61264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 dirty="0">
                <a:solidFill>
                  <a:srgbClr val="1F2937"/>
                </a:solidFill>
                <a:latin typeface="Segoe UI"/>
                <a:cs typeface="Segoe UI"/>
              </a:rPr>
              <a:t>Replaced Project sponsor; 1 pending approval reassigned</a:t>
            </a:r>
          </a:p>
        </p:txBody>
      </p:sp>
      <p:sp>
        <p:nvSpPr>
          <p:cNvPr id="45" name="Edit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75120" y="2240280"/>
            <a:ext cx="4754880" cy="436168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875">
            <a:solidFill>
              <a:srgbClr val="1565D8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46" name="Callout 7" descr="Callout 7 - see developer guide"/>
          <p:cNvSpPr/>
          <p:nvPr/>
        </p:nvSpPr>
        <p:spPr>
          <a:xfrm>
            <a:off x="6812280" y="2359152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Segoe UI"/>
                <a:cs typeface="Segoe UI"/>
              </a:rPr>
              <a:t>7</a:t>
            </a:r>
          </a:p>
        </p:txBody>
      </p:sp>
      <p:sp>
        <p:nvSpPr>
          <p:cNvPr id="47" name="Panel title"/>
          <p:cNvSpPr/>
          <p:nvPr/>
        </p:nvSpPr>
        <p:spPr>
          <a:xfrm>
            <a:off x="7068312" y="231343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000" b="1" dirty="0">
                <a:solidFill>
                  <a:srgbClr val="1F2937"/>
                </a:solidFill>
                <a:latin typeface="Segoe UI"/>
                <a:cs typeface="Segoe UI"/>
              </a:rPr>
              <a:t>Edit stakeholder: Area SME</a:t>
            </a:r>
          </a:p>
        </p:txBody>
      </p:sp>
      <p:sp>
        <p:nvSpPr>
          <p:cNvPr id="48" name="Panel close"/>
          <p:cNvSpPr/>
          <p:nvPr/>
        </p:nvSpPr>
        <p:spPr>
          <a:xfrm>
            <a:off x="11064240" y="231343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900" b="1" dirty="0">
                <a:solidFill>
                  <a:srgbClr val="6B7280"/>
                </a:solidFill>
                <a:latin typeface="Segoe UI"/>
                <a:cs typeface="Segoe UI"/>
              </a:rPr>
              <a:t>X</a:t>
            </a:r>
          </a:p>
        </p:txBody>
      </p:sp>
      <p:sp>
        <p:nvSpPr>
          <p:cNvPr id="49" name="Panel status"/>
          <p:cNvSpPr/>
          <p:nvPr/>
        </p:nvSpPr>
        <p:spPr>
          <a:xfrm>
            <a:off x="7068312" y="261518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FFF4E0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 dirty="0">
                <a:solidFill>
                  <a:srgbClr val="B26A00"/>
                </a:solidFill>
                <a:latin typeface="Segoe UI"/>
                <a:cs typeface="Segoe UI"/>
              </a:rPr>
              <a:t>DRAFT</a:t>
            </a:r>
          </a:p>
        </p:txBody>
      </p:sp>
      <p:sp>
        <p:nvSpPr>
          <p:cNvPr id="50" name="Panel source"/>
          <p:cNvSpPr/>
          <p:nvPr/>
        </p:nvSpPr>
        <p:spPr>
          <a:xfrm>
            <a:off x="7680960" y="2615184"/>
            <a:ext cx="1005840" cy="18288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SOURCE: MANUAL</a:t>
            </a:r>
          </a:p>
        </p:txBody>
      </p:sp>
      <p:sp>
        <p:nvSpPr>
          <p:cNvPr id="51" name="Assigned label"/>
          <p:cNvSpPr/>
          <p:nvPr/>
        </p:nvSpPr>
        <p:spPr>
          <a:xfrm>
            <a:off x="6812280" y="2880360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ASSIGNED PEOPLE</a:t>
            </a:r>
          </a:p>
        </p:txBody>
      </p:sp>
      <p:sp>
        <p:nvSpPr>
          <p:cNvPr id="52" name="Person 0"/>
          <p:cNvSpPr/>
          <p:nvPr/>
        </p:nvSpPr>
        <p:spPr>
          <a:xfrm>
            <a:off x="6812280" y="3081528"/>
            <a:ext cx="3977639" cy="310896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9525">
            <a:solidFill>
              <a:srgbClr val="DDE3EC"/>
            </a:solidFill>
          </a:ln>
        </p:spPr>
        <p:txBody>
          <a:bodyPr wrap="square" lIns="91440" tIns="27432" rIns="91440" bIns="27432" rtlCol="0" anchor="ctr">
            <a:noAutofit/>
          </a:bodyPr>
          <a:lstStyle/>
          <a:p>
            <a:pPr algn="l">
              <a:buNone/>
            </a:pPr>
            <a:r>
              <a:rPr lang="en-US" sz="750" b="1" dirty="0">
                <a:solidFill>
                  <a:srgbClr val="1F2937"/>
                </a:solidFill>
                <a:latin typeface="Segoe UI"/>
                <a:cs typeface="Segoe UI"/>
              </a:rPr>
              <a:t>S. Nielsen   </a:t>
            </a:r>
            <a:r>
              <a:rPr lang="en-US" sz="750" b="0" dirty="0">
                <a:solidFill>
                  <a:srgbClr val="6B7280"/>
                </a:solidFill>
                <a:latin typeface="Segoe UI"/>
                <a:cs typeface="Segoe UI"/>
              </a:rPr>
              <a:t>s.nielsen@company.com  |  Ocean Ops, Copenhagen</a:t>
            </a:r>
          </a:p>
        </p:txBody>
      </p:sp>
      <p:sp>
        <p:nvSpPr>
          <p:cNvPr id="53" name="Remove 0"/>
          <p:cNvSpPr/>
          <p:nvPr/>
        </p:nvSpPr>
        <p:spPr>
          <a:xfrm>
            <a:off x="10835640" y="3081528"/>
            <a:ext cx="45720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r">
              <a:buNone/>
            </a:pPr>
            <a:r>
              <a:rPr lang="en-US" sz="650" b="0" dirty="0">
                <a:solidFill>
                  <a:srgbClr val="C62828"/>
                </a:solidFill>
                <a:latin typeface="Segoe UI"/>
                <a:cs typeface="Segoe UI"/>
              </a:rPr>
              <a:t>Remove</a:t>
            </a:r>
          </a:p>
        </p:txBody>
      </p:sp>
      <p:sp>
        <p:nvSpPr>
          <p:cNvPr id="54" name="Person 1"/>
          <p:cNvSpPr/>
          <p:nvPr/>
        </p:nvSpPr>
        <p:spPr>
          <a:xfrm>
            <a:off x="6812280" y="3447288"/>
            <a:ext cx="3977639" cy="310896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9525">
            <a:solidFill>
              <a:srgbClr val="DDE3EC"/>
            </a:solidFill>
          </a:ln>
        </p:spPr>
        <p:txBody>
          <a:bodyPr wrap="square" lIns="91440" tIns="27432" rIns="91440" bIns="27432" rtlCol="0" anchor="ctr">
            <a:noAutofit/>
          </a:bodyPr>
          <a:lstStyle/>
          <a:p>
            <a:pPr algn="l">
              <a:buNone/>
            </a:pPr>
            <a:r>
              <a:rPr lang="en-US" sz="750" b="1" dirty="0">
                <a:solidFill>
                  <a:srgbClr val="1F2937"/>
                </a:solidFill>
                <a:latin typeface="Segoe UI"/>
                <a:cs typeface="Segoe UI"/>
              </a:rPr>
              <a:t>P. Larsen   </a:t>
            </a:r>
            <a:r>
              <a:rPr lang="en-US" sz="750" b="0" dirty="0">
                <a:solidFill>
                  <a:srgbClr val="6B7280"/>
                </a:solidFill>
                <a:latin typeface="Segoe UI"/>
                <a:cs typeface="Segoe UI"/>
              </a:rPr>
              <a:t>p.larsen@company.com  |  Documentation, Copenhagen</a:t>
            </a:r>
          </a:p>
        </p:txBody>
      </p:sp>
      <p:sp>
        <p:nvSpPr>
          <p:cNvPr id="55" name="Remove 1"/>
          <p:cNvSpPr/>
          <p:nvPr/>
        </p:nvSpPr>
        <p:spPr>
          <a:xfrm>
            <a:off x="10835640" y="3447288"/>
            <a:ext cx="45720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r">
              <a:buNone/>
            </a:pPr>
            <a:r>
              <a:rPr lang="en-US" sz="650" b="0" dirty="0">
                <a:solidFill>
                  <a:srgbClr val="C62828"/>
                </a:solidFill>
                <a:latin typeface="Segoe UI"/>
                <a:cs typeface="Segoe UI"/>
              </a:rPr>
              <a:t>Remove</a:t>
            </a:r>
          </a:p>
        </p:txBody>
      </p:sp>
      <p:sp>
        <p:nvSpPr>
          <p:cNvPr id="56" name="Directory search"/>
          <p:cNvSpPr/>
          <p:nvPr/>
        </p:nvSpPr>
        <p:spPr>
          <a:xfrm>
            <a:off x="6812280" y="3813048"/>
            <a:ext cx="3429000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91440" tIns="27432" rIns="91440" bIns="27432" rtlCol="0" anchor="ctr">
            <a:noAutofit/>
          </a:bodyPr>
          <a:lstStyle/>
          <a:p>
            <a:pPr algn="l">
              <a:buNone/>
            </a:pPr>
            <a:r>
              <a:rPr lang="en-US" sz="750" b="0" dirty="0">
                <a:solidFill>
                  <a:srgbClr val="6B7280"/>
                </a:solidFill>
                <a:latin typeface="Segoe UI"/>
                <a:cs typeface="Segoe UI"/>
              </a:rPr>
              <a:t>Search directory by name or email...</a:t>
            </a:r>
          </a:p>
        </p:txBody>
      </p:sp>
      <p:sp>
        <p:nvSpPr>
          <p:cNvPr id="57" name="Add person button"/>
          <p:cNvSpPr/>
          <p:nvPr/>
        </p:nvSpPr>
        <p:spPr>
          <a:xfrm>
            <a:off x="10332720" y="3822191"/>
            <a:ext cx="96012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1565D8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 dirty="0">
                <a:solidFill>
                  <a:srgbClr val="1565D8"/>
                </a:solidFill>
                <a:latin typeface="Segoe UI"/>
                <a:cs typeface="Segoe UI"/>
              </a:rPr>
              <a:t>+ Add person</a:t>
            </a:r>
          </a:p>
        </p:txBody>
      </p:sp>
      <p:sp>
        <p:nvSpPr>
          <p:cNvPr id="58" name="Role info"/>
          <p:cNvSpPr/>
          <p:nvPr/>
        </p:nvSpPr>
        <p:spPr>
          <a:xfrm>
            <a:off x="6812280" y="4206240"/>
            <a:ext cx="4480560" cy="65836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9525">
            <a:solidFill>
              <a:srgbClr val="DDE3EC"/>
            </a:solidFill>
          </a:ln>
        </p:spPr>
        <p:txBody>
          <a:bodyPr wrap="square" lIns="91440" tIns="27432" rIns="91440" bIns="27432" rtlCol="0" anchor="t">
            <a:noAutofit/>
          </a:bodyPr>
          <a:lstStyle/>
          <a:p>
            <a:pPr algn="l">
              <a:buNone/>
            </a:pPr>
            <a:r>
              <a:rPr lang="en-US" sz="750" b="1" dirty="0">
                <a:solidFill>
                  <a:srgbClr val="1F2937"/>
                </a:solidFill>
                <a:latin typeface="Segoe UI"/>
                <a:cs typeface="Segoe UI"/>
              </a:rPr>
              <a:t>About this role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700" b="0" dirty="0">
                <a:solidFill>
                  <a:srgbClr val="6B7280"/>
                </a:solidFill>
                <a:latin typeface="Segoe UI"/>
                <a:cs typeface="Segoe UI"/>
              </a:rPr>
              <a:t>Subject-matter expert from the area. Supports scope definition and knowledge transfer.</a:t>
            </a:r>
          </a:p>
        </p:txBody>
      </p:sp>
      <p:sp>
        <p:nvSpPr>
          <p:cNvPr id="59" name="Notes label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6812280" y="495604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NOTES (OPTIONAL)</a:t>
            </a:r>
          </a:p>
        </p:txBody>
      </p:sp>
      <p:sp>
        <p:nvSpPr>
          <p:cNvPr id="60" name="Notes box"/>
          <p:cNvSpPr/>
          <p:nvPr/>
        </p:nvSpPr>
        <p:spPr>
          <a:xfrm>
            <a:off x="6812280" y="5138928"/>
            <a:ext cx="4480560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91440" tIns="27432" rIns="91440" bIns="27432" rtlCol="0" anchor="ctr">
            <a:noAutofit/>
          </a:bodyPr>
          <a:lstStyle/>
          <a:p>
            <a:pPr algn="l">
              <a:buNone/>
            </a:pPr>
            <a:r>
              <a:rPr lang="en-US" sz="750" b="0" dirty="0">
                <a:solidFill>
                  <a:srgbClr val="6B7280"/>
                </a:solidFill>
                <a:latin typeface="Segoe UI"/>
                <a:cs typeface="Segoe UI"/>
              </a:rPr>
              <a:t>Add a note...</a:t>
            </a:r>
          </a:p>
        </p:txBody>
      </p:sp>
      <p:sp>
        <p:nvSpPr>
          <p:cNvPr id="61" name="Lock info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6812280" y="5577840"/>
            <a:ext cx="4480560" cy="457200"/>
          </a:xfrm>
          <a:prstGeom prst="roundRect">
            <a:avLst>
              <a:gd name="adj" fmla="val 10000"/>
            </a:avLst>
          </a:prstGeom>
          <a:solidFill>
            <a:srgbClr val="EAF2FD"/>
          </a:solidFill>
          <a:ln>
            <a:noFill/>
          </a:ln>
        </p:spPr>
        <p:txBody>
          <a:bodyPr wrap="square" lIns="91440" tIns="27432" rIns="91440" bIns="27432" rtlCol="0" anchor="ctr">
            <a:noAutofit/>
          </a:bodyPr>
          <a:lstStyle/>
          <a:p>
            <a:pPr algn="l">
              <a:buNone/>
            </a:pPr>
            <a:r>
              <a:rPr lang="en-US" sz="700" b="0" dirty="0">
                <a:solidFill>
                  <a:srgbClr val="0B2A4A"/>
                </a:solidFill>
                <a:latin typeface="Segoe UI"/>
                <a:cs typeface="Segoe UI"/>
              </a:rPr>
              <a:t>Locked people are used for approvals and notifications in this project. Unlocking reopens the record and is logged.</a:t>
            </a:r>
          </a:p>
        </p:txBody>
      </p:sp>
      <p:sp>
        <p:nvSpPr>
          <p:cNvPr id="62" name="Cancel button"/>
          <p:cNvSpPr/>
          <p:nvPr/>
        </p:nvSpPr>
        <p:spPr>
          <a:xfrm>
            <a:off x="8229600" y="6199632"/>
            <a:ext cx="73152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 dirty="0">
                <a:solidFill>
                  <a:srgbClr val="1F2937"/>
                </a:solidFill>
                <a:latin typeface="Segoe UI"/>
                <a:cs typeface="Segoe UI"/>
              </a:rPr>
              <a:t>Cancel</a:t>
            </a:r>
          </a:p>
        </p:txBody>
      </p:sp>
      <p:sp>
        <p:nvSpPr>
          <p:cNvPr id="63" name="Save draft button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052560" y="6199632"/>
            <a:ext cx="91440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1565D8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 dirty="0">
                <a:solidFill>
                  <a:srgbClr val="1565D8"/>
                </a:solidFill>
                <a:latin typeface="Segoe UI"/>
                <a:cs typeface="Segoe UI"/>
              </a:rPr>
              <a:t>Save draft</a:t>
            </a:r>
          </a:p>
        </p:txBody>
      </p:sp>
      <p:sp>
        <p:nvSpPr>
          <p:cNvPr id="64" name="Save and lock button"/>
          <p:cNvSpPr/>
          <p:nvPr/>
        </p:nvSpPr>
        <p:spPr>
          <a:xfrm>
            <a:off x="10058400" y="6199632"/>
            <a:ext cx="1234440" cy="237744"/>
          </a:xfrm>
          <a:prstGeom prst="roundRect">
            <a:avLst>
              <a:gd name="adj" fmla="val 15000"/>
            </a:avLst>
          </a:prstGeom>
          <a:solidFill>
            <a:srgbClr val="1565D8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 dirty="0">
                <a:solidFill>
                  <a:srgbClr val="FFFFFF"/>
                </a:solidFill>
                <a:latin typeface="Segoe UI"/>
                <a:cs typeface="Segoe UI"/>
              </a:rPr>
              <a:t>Save and lock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/>
          <p:nvPr/>
        </p:nvSpPr>
        <p:spPr>
          <a:xfrm>
            <a:off x="457200" y="201168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800" b="0" dirty="0">
                <a:solidFill>
                  <a:srgbClr val="000000"/>
                </a:solidFill>
                <a:latin typeface="Segoe UI"/>
                <a:cs typeface="Segoe UI"/>
              </a:rPr>
              <a:t>Stakeholder Registration: Developer Guide (1 of 2)</a:t>
            </a:r>
          </a:p>
        </p:txBody>
      </p:sp>
      <p:sp>
        <p:nvSpPr>
          <p:cNvPr id="4" name="Subtitle"/>
          <p:cNvSpPr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900" b="0" dirty="0">
                <a:solidFill>
                  <a:srgbClr val="6B7280"/>
                </a:solidFill>
                <a:latin typeface="Segoe UI"/>
                <a:cs typeface="Segoe UI"/>
              </a:rPr>
              <a:t>Role catalogue, data sources and registry controls (sources and rules marked proposed are to be confirmed)</a:t>
            </a:r>
          </a:p>
        </p:txBody>
      </p:sp>
      <p:graphicFrame>
        <p:nvGraphicFramePr>
          <p:cNvPr id="5" name="Role catalogue table" descr="Role catalogue: required flag, default source and proposed auto-population rule per stakeholder ro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7121552"/>
              </p:ext>
            </p:extLst>
          </p:nvPr>
        </p:nvGraphicFramePr>
        <p:xfrm>
          <a:off x="457200" y="1005840"/>
          <a:ext cx="7406640" cy="3959352"/>
        </p:xfrm>
        <a:graphic>
          <a:graphicData uri="http://schemas.openxmlformats.org/drawingml/2006/table">
            <a:tbl>
              <a:tblPr firstRow="1" bandRow="1"/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#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Role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Required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Auto-population / assignment rule (proposed)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Multiple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Project sponsor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1E8E3E"/>
                          </a:solidFill>
                          <a:latin typeface="Segoe UI"/>
                          <a:cs typeface="Segoe UI"/>
                        </a:rPr>
                        <a:t>Yes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6B7280"/>
                          </a:solidFill>
                          <a:latin typeface="Segoe UI"/>
                          <a:cs typeface="Segoe UI"/>
                        </a:rPr>
                        <a:t>Manual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Selected by Area POC or WPM focal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No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Area functional leader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1E8E3E"/>
                          </a:solidFill>
                          <a:latin typeface="Segoe UI"/>
                          <a:cs typeface="Segoe UI"/>
                        </a:rPr>
                        <a:t>Yes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1565D8"/>
                          </a:solidFill>
                          <a:latin typeface="Segoe UI"/>
                          <a:cs typeface="Segoe UI"/>
                        </a:rPr>
                        <a:t>Auto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Org hierarchy: function + area of source location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No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Area POC (migration owner)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1E8E3E"/>
                          </a:solidFill>
                          <a:latin typeface="Segoe UI"/>
                          <a:cs typeface="Segoe UI"/>
                        </a:rPr>
                        <a:t>Yes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1565D8"/>
                          </a:solidFill>
                          <a:latin typeface="Segoe UI"/>
                          <a:cs typeface="Segoe UI"/>
                        </a:rPr>
                        <a:t>Auto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Business owner from Migration Intake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No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FPO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B26A00"/>
                          </a:solidFill>
                          <a:latin typeface="Segoe UI"/>
                          <a:cs typeface="Segoe UI"/>
                        </a:rPr>
                        <a:t>If applicable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6B7280"/>
                          </a:solidFill>
                          <a:latin typeface="Segoe UI"/>
                          <a:cs typeface="Segoe UI"/>
                        </a:rPr>
                        <a:t>Manual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Mark Not applicable when not needed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No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Area SME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1E8E3E"/>
                          </a:solidFill>
                          <a:latin typeface="Segoe UI"/>
                          <a:cs typeface="Segoe UI"/>
                        </a:rPr>
                        <a:t>Yes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6B7280"/>
                          </a:solidFill>
                          <a:latin typeface="Segoe UI"/>
                          <a:cs typeface="Segoe UI"/>
                        </a:rPr>
                        <a:t>Manual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Nominated by Area POC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Yes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GSC SME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1E8E3E"/>
                          </a:solidFill>
                          <a:latin typeface="Segoe UI"/>
                          <a:cs typeface="Segoe UI"/>
                        </a:rPr>
                        <a:t>Yes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6B7280"/>
                          </a:solidFill>
                          <a:latin typeface="Segoe UI"/>
                          <a:cs typeface="Segoe UI"/>
                        </a:rPr>
                        <a:t>Manual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Nominated by GSC Head-1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Yes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GSC Head-1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1E8E3E"/>
                          </a:solidFill>
                          <a:latin typeface="Segoe UI"/>
                          <a:cs typeface="Segoe UI"/>
                        </a:rPr>
                        <a:t>Yes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1565D8"/>
                          </a:solidFill>
                          <a:latin typeface="Segoe UI"/>
                          <a:cs typeface="Segoe UI"/>
                        </a:rPr>
                        <a:t>Auto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GSC org table: destination site + function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No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GPL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1E8E3E"/>
                          </a:solidFill>
                          <a:latin typeface="Segoe UI"/>
                          <a:cs typeface="Segoe UI"/>
                        </a:rPr>
                        <a:t>Yes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1565D8"/>
                          </a:solidFill>
                          <a:latin typeface="Segoe UI"/>
                          <a:cs typeface="Segoe UI"/>
                        </a:rPr>
                        <a:t>Auto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Process owner table: process from Intake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No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9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ELT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1E8E3E"/>
                          </a:solidFill>
                          <a:latin typeface="Segoe UI"/>
                          <a:cs typeface="Segoe UI"/>
                        </a:rPr>
                        <a:t>Yes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6B7280"/>
                          </a:solidFill>
                          <a:latin typeface="Segoe UI"/>
                          <a:cs typeface="Segoe UI"/>
                        </a:rPr>
                        <a:t>Manual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ELT member accountable for the function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No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10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MSP focals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B26A00"/>
                          </a:solidFill>
                          <a:latin typeface="Segoe UI"/>
                          <a:cs typeface="Segoe UI"/>
                        </a:rPr>
                        <a:t>If applicable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6B7280"/>
                          </a:solidFill>
                          <a:latin typeface="Segoe UI"/>
                          <a:cs typeface="Segoe UI"/>
                        </a:rPr>
                        <a:t>Manual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One focal per MSP (MSP list to be provided)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Yes, per MSP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11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WPM focals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1E8E3E"/>
                          </a:solidFill>
                          <a:latin typeface="Segoe UI"/>
                          <a:cs typeface="Segoe UI"/>
                        </a:rPr>
                        <a:t>Yes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1565D8"/>
                          </a:solidFill>
                          <a:latin typeface="Segoe UI"/>
                          <a:cs typeface="Segoe UI"/>
                        </a:rPr>
                        <a:t>Auto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WPM roster: project assignment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Yes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12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GSC FBP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1E8E3E"/>
                          </a:solidFill>
                          <a:latin typeface="Segoe UI"/>
                          <a:cs typeface="Segoe UI"/>
                        </a:rPr>
                        <a:t>Yes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1565D8"/>
                          </a:solidFill>
                          <a:latin typeface="Segoe UI"/>
                          <a:cs typeface="Segoe UI"/>
                        </a:rPr>
                        <a:t>Auto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Finance BP table: destination site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No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13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GSC BPM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1E8E3E"/>
                          </a:solidFill>
                          <a:latin typeface="Segoe UI"/>
                          <a:cs typeface="Segoe UI"/>
                        </a:rPr>
                        <a:t>Yes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1565D8"/>
                          </a:solidFill>
                          <a:latin typeface="Segoe UI"/>
                          <a:cs typeface="Segoe UI"/>
                        </a:rPr>
                        <a:t>Auto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GSC BPM table: destination site + function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No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Core rule card"/>
          <p:cNvSpPr/>
          <p:nvPr/>
        </p:nvSpPr>
        <p:spPr>
          <a:xfrm>
            <a:off x="457200" y="5120640"/>
            <a:ext cx="7406640" cy="1188720"/>
          </a:xfrm>
          <a:prstGeom prst="roundRect">
            <a:avLst>
              <a:gd name="adj" fmla="val 6000"/>
            </a:avLst>
          </a:prstGeom>
          <a:solidFill>
            <a:srgbClr val="EAF2FD"/>
          </a:solidFill>
          <a:ln>
            <a:noFill/>
          </a:ln>
        </p:spPr>
        <p:txBody>
          <a:bodyPr wrap="square" lIns="109728" tIns="27432" rIns="109728" bIns="27432" rtlCol="0" anchor="t">
            <a:noAutofit/>
          </a:bodyPr>
          <a:lstStyle/>
          <a:p>
            <a:pPr algn="l">
              <a:buNone/>
            </a:pPr>
            <a:r>
              <a:rPr lang="en-US" sz="1000" b="1" dirty="0">
                <a:solidFill>
                  <a:srgbClr val="0B2A4A"/>
                </a:solidFill>
                <a:latin typeface="Segoe UI"/>
                <a:cs typeface="Segoe UI"/>
              </a:rPr>
              <a:t>Core system rule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800" b="0" dirty="0">
                <a:solidFill>
                  <a:srgbClr val="1F2937"/>
                </a:solidFill>
                <a:latin typeface="Segoe UI"/>
                <a:cs typeface="Segoe UI"/>
              </a:rPr>
              <a:t>The registry is the single list of people for the project. The approval engine, notifications and access permissions read from it and never keep their own lists.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800" b="0" dirty="0">
                <a:solidFill>
                  <a:srgbClr val="1F2937"/>
                </a:solidFill>
                <a:latin typeface="Segoe UI"/>
                <a:cs typeface="Segoe UI"/>
              </a:rPr>
              <a:t>Only Locked records are used for routing and permissions. Auto-populated records need a user review and lock before they take effect.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800" b="0" dirty="0">
                <a:solidFill>
                  <a:srgbClr val="1F2937"/>
                </a:solidFill>
                <a:latin typeface="Segoe UI"/>
                <a:cs typeface="Segoe UI"/>
              </a:rPr>
              <a:t>The role catalogue is configurable centrally; new roles appear in every project registry without code changes.</a:t>
            </a:r>
          </a:p>
        </p:txBody>
      </p:sp>
      <p:sp>
        <p:nvSpPr>
          <p:cNvPr id="7" name="Control card 1"/>
          <p:cNvSpPr/>
          <p:nvPr/>
        </p:nvSpPr>
        <p:spPr>
          <a:xfrm>
            <a:off x="8229600" y="1005840"/>
            <a:ext cx="3520440" cy="9509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91440" tIns="27432" rIns="91440" bIns="27432" rtlCol="0" anchor="t">
            <a:noAutofit/>
          </a:bodyPr>
          <a:lstStyle/>
          <a:p>
            <a:pPr algn="l">
              <a:buNone/>
            </a:pPr>
            <a:r>
              <a:rPr lang="en-US" sz="850" b="1" dirty="0">
                <a:solidFill>
                  <a:srgbClr val="1F2937"/>
                </a:solidFill>
                <a:latin typeface="Segoe UI"/>
                <a:cs typeface="Segoe UI"/>
              </a:rPr>
              <a:t>Registry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00" b="0" dirty="0">
                <a:solidFill>
                  <a:srgbClr val="1F2937"/>
                </a:solidFill>
                <a:latin typeface="Segoe UI"/>
                <a:cs typeface="Segoe UI"/>
              </a:rPr>
              <a:t>One registry per project; every catalogue role is listed, even when empty.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00" b="0" dirty="0">
                <a:solidFill>
                  <a:srgbClr val="1F2937"/>
                </a:solidFill>
                <a:latin typeface="Segoe UI"/>
                <a:cs typeface="Segoe UI"/>
              </a:rPr>
              <a:t>Shown as role cards grouped by Leadership, Area, GSC and Project team; each card shows person, Auto tag and lock.</a:t>
            </a:r>
          </a:p>
        </p:txBody>
      </p:sp>
      <p:sp>
        <p:nvSpPr>
          <p:cNvPr id="8" name="Callout 1" descr="Callout 1 - see developer guide"/>
          <p:cNvSpPr/>
          <p:nvPr/>
        </p:nvSpPr>
        <p:spPr>
          <a:xfrm>
            <a:off x="7973568" y="1069848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9" name="Control card 2"/>
          <p:cNvSpPr/>
          <p:nvPr/>
        </p:nvSpPr>
        <p:spPr>
          <a:xfrm>
            <a:off x="8229600" y="2066544"/>
            <a:ext cx="3520440" cy="7955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91440" tIns="27432" rIns="91440" bIns="27432" rtlCol="0" anchor="t">
            <a:noAutofit/>
          </a:bodyPr>
          <a:lstStyle/>
          <a:p>
            <a:pPr algn="l">
              <a:buNone/>
            </a:pPr>
            <a:r>
              <a:rPr lang="en-US" sz="850" b="1" dirty="0">
                <a:solidFill>
                  <a:srgbClr val="1F2937"/>
                </a:solidFill>
                <a:latin typeface="Segoe UI"/>
                <a:cs typeface="Segoe UI"/>
              </a:rPr>
              <a:t>Completeness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00" b="0" dirty="0">
                <a:solidFill>
                  <a:srgbClr val="1F2937"/>
                </a:solidFill>
                <a:latin typeface="Segoe UI"/>
                <a:cs typeface="Segoe UI"/>
              </a:rPr>
              <a:t>Shows roles filled, roles to assign and roles to lock.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00" b="0" dirty="0">
                <a:solidFill>
                  <a:srgbClr val="1F2937"/>
                </a:solidFill>
                <a:latin typeface="Segoe UI"/>
                <a:cs typeface="Segoe UI"/>
              </a:rPr>
              <a:t>Required roles must be filled and locked before the Business Case can be submitted (proposed).</a:t>
            </a:r>
          </a:p>
        </p:txBody>
      </p:sp>
      <p:sp>
        <p:nvSpPr>
          <p:cNvPr id="10" name="Callout 2" descr="Callout 2 - see developer guide"/>
          <p:cNvSpPr/>
          <p:nvPr/>
        </p:nvSpPr>
        <p:spPr>
          <a:xfrm>
            <a:off x="7973568" y="2130552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11" name="Control card 3"/>
          <p:cNvSpPr/>
          <p:nvPr/>
        </p:nvSpPr>
        <p:spPr>
          <a:xfrm>
            <a:off x="8229600" y="2971800"/>
            <a:ext cx="3520440" cy="7955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91440" tIns="27432" rIns="91440" bIns="27432" rtlCol="0" anchor="t">
            <a:noAutofit/>
          </a:bodyPr>
          <a:lstStyle/>
          <a:p>
            <a:pPr algn="l">
              <a:buNone/>
            </a:pPr>
            <a:r>
              <a:rPr lang="en-US" sz="850" b="1" dirty="0">
                <a:solidFill>
                  <a:srgbClr val="1F2937"/>
                </a:solidFill>
                <a:latin typeface="Segoe UI"/>
                <a:cs typeface="Segoe UI"/>
              </a:rPr>
              <a:t>Source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00" b="0" dirty="0">
                <a:solidFill>
                  <a:srgbClr val="1F2937"/>
                </a:solidFill>
                <a:latin typeface="Segoe UI"/>
                <a:cs typeface="Segoe UI"/>
              </a:rPr>
              <a:t>Auto roles fill from backend tables at project creation.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00" b="0" dirty="0">
                <a:solidFill>
                  <a:srgbClr val="1F2937"/>
                </a:solidFill>
                <a:latin typeface="Segoe UI"/>
                <a:cs typeface="Segoe UI"/>
              </a:rPr>
              <a:t>Users can change an auto value; Refresh never overwrites a locked record.</a:t>
            </a:r>
          </a:p>
        </p:txBody>
      </p:sp>
      <p:sp>
        <p:nvSpPr>
          <p:cNvPr id="12" name="Callout 3" descr="Callout 3 - see developer guide"/>
          <p:cNvSpPr/>
          <p:nvPr/>
        </p:nvSpPr>
        <p:spPr>
          <a:xfrm>
            <a:off x="7973568" y="3035808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13" name="Control card 4"/>
          <p:cNvSpPr/>
          <p:nvPr/>
        </p:nvSpPr>
        <p:spPr>
          <a:xfrm>
            <a:off x="8229600" y="3877056"/>
            <a:ext cx="352044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91440" tIns="27432" rIns="91440" bIns="27432" rtlCol="0" anchor="t">
            <a:noAutofit/>
          </a:bodyPr>
          <a:lstStyle/>
          <a:p>
            <a:pPr algn="l">
              <a:buNone/>
            </a:pPr>
            <a:r>
              <a:rPr lang="en-US" sz="850" b="1" dirty="0">
                <a:solidFill>
                  <a:srgbClr val="1F2937"/>
                </a:solidFill>
                <a:latin typeface="Segoe UI"/>
                <a:cs typeface="Segoe UI"/>
              </a:rPr>
              <a:t>Edit and lock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00" b="0" dirty="0">
                <a:solidFill>
                  <a:srgbClr val="1F2937"/>
                </a:solidFill>
                <a:latin typeface="Segoe UI"/>
                <a:cs typeface="Segoe UI"/>
              </a:rPr>
              <a:t>Clicking a card opens the side panel; Lock confirms the person.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00" b="0" dirty="0">
                <a:solidFill>
                  <a:srgbClr val="1F2937"/>
                </a:solidFill>
                <a:latin typeface="Segoe UI"/>
                <a:cs typeface="Segoe UI"/>
              </a:rPr>
              <a:t>Unlock reopens it and is logged.</a:t>
            </a:r>
          </a:p>
        </p:txBody>
      </p:sp>
      <p:sp>
        <p:nvSpPr>
          <p:cNvPr id="14" name="Callout 4" descr="Callout 4 - see developer guide"/>
          <p:cNvSpPr/>
          <p:nvPr/>
        </p:nvSpPr>
        <p:spPr>
          <a:xfrm>
            <a:off x="7973568" y="3941064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15" name="Control card 0"/>
          <p:cNvSpPr/>
          <p:nvPr/>
        </p:nvSpPr>
        <p:spPr>
          <a:xfrm>
            <a:off x="8229600" y="4626864"/>
            <a:ext cx="3520440" cy="7955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91440" tIns="27432" rIns="91440" bIns="27432" rtlCol="0" anchor="t">
            <a:noAutofit/>
          </a:bodyPr>
          <a:lstStyle/>
          <a:p>
            <a:pPr algn="l">
              <a:buNone/>
            </a:pPr>
            <a:r>
              <a:rPr lang="en-US" sz="850" b="1" dirty="0">
                <a:solidFill>
                  <a:srgbClr val="1F2937"/>
                </a:solidFill>
                <a:latin typeface="Segoe UI"/>
                <a:cs typeface="Segoe UI"/>
              </a:rPr>
              <a:t>Behind the scenes (not shown to users)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00" b="0" dirty="0">
                <a:solidFill>
                  <a:srgbClr val="1F2937"/>
                </a:solidFill>
                <a:latin typeface="Segoe UI"/>
                <a:cs typeface="Segoe UI"/>
              </a:rPr>
              <a:t>Which artifacts each role approves, the notifications it gets and its access are set once per role in the role catalogue.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00" b="0" dirty="0">
                <a:solidFill>
                  <a:srgbClr val="1F2937"/>
                </a:solidFill>
                <a:latin typeface="Segoe UI"/>
                <a:cs typeface="Segoe UI"/>
              </a:rPr>
              <a:t>Only locked people are used.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/>
          <p:nvPr/>
        </p:nvSpPr>
        <p:spPr>
          <a:xfrm>
            <a:off x="457200" y="201168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800" b="0" dirty="0">
                <a:solidFill>
                  <a:srgbClr val="000000"/>
                </a:solidFill>
                <a:latin typeface="Segoe UI"/>
                <a:cs typeface="Segoe UI"/>
              </a:rPr>
              <a:t>Stakeholder Registration: Developer Guide (2 of 2)</a:t>
            </a:r>
          </a:p>
        </p:txBody>
      </p:sp>
      <p:sp>
        <p:nvSpPr>
          <p:cNvPr id="4" name="Subtitle"/>
          <p:cNvSpPr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900" b="0" dirty="0">
                <a:solidFill>
                  <a:srgbClr val="6B7280"/>
                </a:solidFill>
                <a:latin typeface="Segoe UI"/>
                <a:cs typeface="Segoe UI"/>
              </a:rPr>
              <a:t>How the registry drives approvals, notifications and access</a:t>
            </a:r>
          </a:p>
        </p:txBody>
      </p:sp>
      <p:sp>
        <p:nvSpPr>
          <p:cNvPr id="5" name="Flow A title"/>
          <p:cNvSpPr/>
          <p:nvPr/>
        </p:nvSpPr>
        <p:spPr>
          <a:xfrm>
            <a:off x="457200" y="960120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000" b="1" dirty="0">
                <a:solidFill>
                  <a:srgbClr val="1F2937"/>
                </a:solidFill>
                <a:latin typeface="Segoe UI"/>
                <a:cs typeface="Segoe UI"/>
              </a:rPr>
              <a:t>A   Auto-population</a:t>
            </a:r>
          </a:p>
        </p:txBody>
      </p:sp>
      <p:sp>
        <p:nvSpPr>
          <p:cNvPr id="6" name="Flow A step 1"/>
          <p:cNvSpPr/>
          <p:nvPr/>
        </p:nvSpPr>
        <p:spPr>
          <a:xfrm>
            <a:off x="457200" y="1271016"/>
            <a:ext cx="1741932" cy="566928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1E8E3E"/>
                </a:solidFill>
                <a:latin typeface="Segoe UI"/>
                <a:cs typeface="Segoe UI"/>
              </a:rPr>
              <a:t>1</a:t>
            </a:r>
          </a:p>
          <a:p>
            <a:pPr algn="ctr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Project created from Migration Intake</a:t>
            </a:r>
          </a:p>
        </p:txBody>
      </p:sp>
      <p:sp>
        <p:nvSpPr>
          <p:cNvPr id="7" name="Flow A arrow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26564" y="1490472"/>
            <a:ext cx="109728" cy="128016"/>
          </a:xfrm>
          <a:prstGeom prst="rightArrow">
            <a:avLst/>
          </a:prstGeom>
          <a:solidFill>
            <a:srgbClr val="9AA5B5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8" name="Flow A step 2"/>
          <p:cNvSpPr/>
          <p:nvPr/>
        </p:nvSpPr>
        <p:spPr>
          <a:xfrm>
            <a:off x="2363724" y="1271016"/>
            <a:ext cx="1741932" cy="566928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1E8E3E"/>
                </a:solidFill>
                <a:latin typeface="Segoe UI"/>
                <a:cs typeface="Segoe UI"/>
              </a:rPr>
              <a:t>2</a:t>
            </a:r>
          </a:p>
          <a:p>
            <a:pPr algn="ctr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System reads function, area, process, source and destination</a:t>
            </a:r>
          </a:p>
        </p:txBody>
      </p:sp>
      <p:sp>
        <p:nvSpPr>
          <p:cNvPr id="9" name="Flow A arrow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33088" y="1490472"/>
            <a:ext cx="109728" cy="128016"/>
          </a:xfrm>
          <a:prstGeom prst="rightArrow">
            <a:avLst/>
          </a:prstGeom>
          <a:solidFill>
            <a:srgbClr val="9AA5B5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10" name="Flow A step 3"/>
          <p:cNvSpPr/>
          <p:nvPr/>
        </p:nvSpPr>
        <p:spPr>
          <a:xfrm>
            <a:off x="4270248" y="1271016"/>
            <a:ext cx="1741932" cy="566928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1E8E3E"/>
                </a:solidFill>
                <a:latin typeface="Segoe UI"/>
                <a:cs typeface="Segoe UI"/>
              </a:rPr>
              <a:t>3</a:t>
            </a:r>
          </a:p>
          <a:p>
            <a:pPr algn="ctr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Backend tables looked up (org, GSC, Finance, WPM)</a:t>
            </a:r>
          </a:p>
        </p:txBody>
      </p:sp>
      <p:sp>
        <p:nvSpPr>
          <p:cNvPr id="11" name="Flow A arrow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39612" y="1490472"/>
            <a:ext cx="109728" cy="128016"/>
          </a:xfrm>
          <a:prstGeom prst="rightArrow">
            <a:avLst/>
          </a:prstGeom>
          <a:solidFill>
            <a:srgbClr val="9AA5B5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12" name="Flow A step 4"/>
          <p:cNvSpPr/>
          <p:nvPr/>
        </p:nvSpPr>
        <p:spPr>
          <a:xfrm>
            <a:off x="6176772" y="1271016"/>
            <a:ext cx="1741932" cy="566928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1E8E3E"/>
                </a:solidFill>
                <a:latin typeface="Segoe UI"/>
                <a:cs typeface="Segoe UI"/>
              </a:rPr>
              <a:t>4</a:t>
            </a:r>
          </a:p>
          <a:p>
            <a:pPr algn="ctr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Auto roles pre-filled as 'Auto - review'</a:t>
            </a:r>
          </a:p>
        </p:txBody>
      </p:sp>
      <p:sp>
        <p:nvSpPr>
          <p:cNvPr id="13" name="Flow A arrow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46136" y="1490472"/>
            <a:ext cx="109728" cy="128016"/>
          </a:xfrm>
          <a:prstGeom prst="rightArrow">
            <a:avLst/>
          </a:prstGeom>
          <a:solidFill>
            <a:srgbClr val="9AA5B5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14" name="Flow A step 5"/>
          <p:cNvSpPr/>
          <p:nvPr/>
        </p:nvSpPr>
        <p:spPr>
          <a:xfrm>
            <a:off x="8083296" y="1271016"/>
            <a:ext cx="1741932" cy="566928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1E8E3E"/>
                </a:solidFill>
                <a:latin typeface="Segoe UI"/>
                <a:cs typeface="Segoe UI"/>
              </a:rPr>
              <a:t>5</a:t>
            </a:r>
          </a:p>
          <a:p>
            <a:pPr algn="ctr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User reviews, overrides or adds people</a:t>
            </a:r>
          </a:p>
        </p:txBody>
      </p:sp>
      <p:sp>
        <p:nvSpPr>
          <p:cNvPr id="15" name="Flow A arrow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52659" y="1490472"/>
            <a:ext cx="109728" cy="128016"/>
          </a:xfrm>
          <a:prstGeom prst="rightArrow">
            <a:avLst/>
          </a:prstGeom>
          <a:solidFill>
            <a:srgbClr val="9AA5B5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16" name="Flow A step 6"/>
          <p:cNvSpPr/>
          <p:nvPr/>
        </p:nvSpPr>
        <p:spPr>
          <a:xfrm>
            <a:off x="9989820" y="1271016"/>
            <a:ext cx="1741932" cy="566928"/>
          </a:xfrm>
          <a:prstGeom prst="roundRect">
            <a:avLst>
              <a:gd name="adj" fmla="val 10000"/>
            </a:avLst>
          </a:prstGeom>
          <a:solidFill>
            <a:srgbClr val="FFF4E0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B26A00"/>
                </a:solidFill>
                <a:latin typeface="Segoe UI"/>
                <a:cs typeface="Segoe UI"/>
              </a:rPr>
              <a:t>6</a:t>
            </a:r>
          </a:p>
          <a:p>
            <a:pPr algn="ctr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Record locked and logged</a:t>
            </a:r>
          </a:p>
        </p:txBody>
      </p:sp>
      <p:sp>
        <p:nvSpPr>
          <p:cNvPr id="17" name="Flow B title"/>
          <p:cNvSpPr/>
          <p:nvPr/>
        </p:nvSpPr>
        <p:spPr>
          <a:xfrm>
            <a:off x="457200" y="1947672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000" b="1" dirty="0">
                <a:solidFill>
                  <a:srgbClr val="1F2937"/>
                </a:solidFill>
                <a:latin typeface="Segoe UI"/>
                <a:cs typeface="Segoe UI"/>
              </a:rPr>
              <a:t>B   Approval routing (e.g. Business Case submitted)</a:t>
            </a:r>
          </a:p>
        </p:txBody>
      </p:sp>
      <p:sp>
        <p:nvSpPr>
          <p:cNvPr id="18" name="Flow B step 1"/>
          <p:cNvSpPr/>
          <p:nvPr/>
        </p:nvSpPr>
        <p:spPr>
          <a:xfrm>
            <a:off x="457200" y="2258568"/>
            <a:ext cx="1741932" cy="566928"/>
          </a:xfrm>
          <a:prstGeom prst="roundRect">
            <a:avLst>
              <a:gd name="adj" fmla="val 10000"/>
            </a:avLst>
          </a:prstGeom>
          <a:solidFill>
            <a:srgbClr val="EAF2FD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1565D8"/>
                </a:solidFill>
                <a:latin typeface="Segoe UI"/>
                <a:cs typeface="Segoe UI"/>
              </a:rPr>
              <a:t>1</a:t>
            </a:r>
          </a:p>
          <a:p>
            <a:pPr algn="ctr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Artifact submitted for approval</a:t>
            </a:r>
          </a:p>
        </p:txBody>
      </p:sp>
      <p:sp>
        <p:nvSpPr>
          <p:cNvPr id="19" name="Flow B arrow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26564" y="2478024"/>
            <a:ext cx="109728" cy="128016"/>
          </a:xfrm>
          <a:prstGeom prst="rightArrow">
            <a:avLst/>
          </a:prstGeom>
          <a:solidFill>
            <a:srgbClr val="9AA5B5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20" name="Flow B step 2"/>
          <p:cNvSpPr/>
          <p:nvPr/>
        </p:nvSpPr>
        <p:spPr>
          <a:xfrm>
            <a:off x="2363724" y="2258568"/>
            <a:ext cx="1741932" cy="566928"/>
          </a:xfrm>
          <a:prstGeom prst="roundRect">
            <a:avLst>
              <a:gd name="adj" fmla="val 10000"/>
            </a:avLst>
          </a:prstGeom>
          <a:solidFill>
            <a:srgbClr val="EAF2FD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1565D8"/>
                </a:solidFill>
                <a:latin typeface="Segoe UI"/>
                <a:cs typeface="Segoe UI"/>
              </a:rPr>
              <a:t>2</a:t>
            </a:r>
          </a:p>
          <a:p>
            <a:pPr algn="ctr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Approval engine reads the registry</a:t>
            </a:r>
          </a:p>
        </p:txBody>
      </p:sp>
      <p:sp>
        <p:nvSpPr>
          <p:cNvPr id="21" name="Flow B arrow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33088" y="2478024"/>
            <a:ext cx="109728" cy="128016"/>
          </a:xfrm>
          <a:prstGeom prst="rightArrow">
            <a:avLst/>
          </a:prstGeom>
          <a:solidFill>
            <a:srgbClr val="9AA5B5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22" name="Flow B step 3"/>
          <p:cNvSpPr/>
          <p:nvPr/>
        </p:nvSpPr>
        <p:spPr>
          <a:xfrm>
            <a:off x="4270248" y="2258568"/>
            <a:ext cx="1741932" cy="566928"/>
          </a:xfrm>
          <a:prstGeom prst="roundRect">
            <a:avLst>
              <a:gd name="adj" fmla="val 10000"/>
            </a:avLst>
          </a:prstGeom>
          <a:solidFill>
            <a:srgbClr val="EAF2FD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1565D8"/>
                </a:solidFill>
                <a:latin typeface="Segoe UI"/>
                <a:cs typeface="Segoe UI"/>
              </a:rPr>
              <a:t>3</a:t>
            </a:r>
          </a:p>
          <a:p>
            <a:pPr algn="ctr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Picks locked people in roles mapped to that approval</a:t>
            </a:r>
          </a:p>
        </p:txBody>
      </p:sp>
      <p:sp>
        <p:nvSpPr>
          <p:cNvPr id="23" name="Flow B arrow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39612" y="2478024"/>
            <a:ext cx="109728" cy="128016"/>
          </a:xfrm>
          <a:prstGeom prst="rightArrow">
            <a:avLst/>
          </a:prstGeom>
          <a:solidFill>
            <a:srgbClr val="9AA5B5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24" name="Flow B step 4"/>
          <p:cNvSpPr/>
          <p:nvPr/>
        </p:nvSpPr>
        <p:spPr>
          <a:xfrm>
            <a:off x="6176772" y="2258568"/>
            <a:ext cx="1741932" cy="566928"/>
          </a:xfrm>
          <a:prstGeom prst="roundRect">
            <a:avLst>
              <a:gd name="adj" fmla="val 10000"/>
            </a:avLst>
          </a:prstGeom>
          <a:solidFill>
            <a:srgbClr val="EAF2FD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1565D8"/>
                </a:solidFill>
                <a:latin typeface="Segoe UI"/>
                <a:cs typeface="Segoe UI"/>
              </a:rPr>
              <a:t>4</a:t>
            </a:r>
          </a:p>
          <a:p>
            <a:pPr algn="ctr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Approval tasks and notifications sent</a:t>
            </a:r>
          </a:p>
        </p:txBody>
      </p:sp>
      <p:sp>
        <p:nvSpPr>
          <p:cNvPr id="25" name="Flow B arrow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46136" y="2478024"/>
            <a:ext cx="109728" cy="128016"/>
          </a:xfrm>
          <a:prstGeom prst="rightArrow">
            <a:avLst/>
          </a:prstGeom>
          <a:solidFill>
            <a:srgbClr val="9AA5B5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26" name="Flow B step 5"/>
          <p:cNvSpPr/>
          <p:nvPr/>
        </p:nvSpPr>
        <p:spPr>
          <a:xfrm>
            <a:off x="8083296" y="2258568"/>
            <a:ext cx="1741932" cy="566928"/>
          </a:xfrm>
          <a:prstGeom prst="roundRect">
            <a:avLst>
              <a:gd name="adj" fmla="val 10000"/>
            </a:avLst>
          </a:prstGeom>
          <a:solidFill>
            <a:srgbClr val="EAF2FD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1565D8"/>
                </a:solidFill>
                <a:latin typeface="Segoe UI"/>
                <a:cs typeface="Segoe UI"/>
              </a:rPr>
              <a:t>5</a:t>
            </a:r>
          </a:p>
          <a:p>
            <a:pPr algn="ctr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Decision written to artifact audit</a:t>
            </a:r>
          </a:p>
        </p:txBody>
      </p:sp>
      <p:sp>
        <p:nvSpPr>
          <p:cNvPr id="27" name="Flow B arrow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52659" y="2478024"/>
            <a:ext cx="109728" cy="128016"/>
          </a:xfrm>
          <a:prstGeom prst="rightArrow">
            <a:avLst/>
          </a:prstGeom>
          <a:solidFill>
            <a:srgbClr val="9AA5B5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28" name="Flow B step 6"/>
          <p:cNvSpPr/>
          <p:nvPr/>
        </p:nvSpPr>
        <p:spPr>
          <a:xfrm>
            <a:off x="9989820" y="2258568"/>
            <a:ext cx="1741932" cy="566928"/>
          </a:xfrm>
          <a:prstGeom prst="roundRect">
            <a:avLst>
              <a:gd name="adj" fmla="val 10000"/>
            </a:avLst>
          </a:prstGeom>
          <a:solidFill>
            <a:srgbClr val="FFF4E0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B26A00"/>
                </a:solidFill>
                <a:latin typeface="Segoe UI"/>
                <a:cs typeface="Segoe UI"/>
              </a:rPr>
              <a:t>6</a:t>
            </a:r>
          </a:p>
          <a:p>
            <a:pPr algn="ctr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Status updated; Notified on list informed</a:t>
            </a:r>
          </a:p>
        </p:txBody>
      </p:sp>
      <p:sp>
        <p:nvSpPr>
          <p:cNvPr id="29" name="Flow C title"/>
          <p:cNvSpPr/>
          <p:nvPr/>
        </p:nvSpPr>
        <p:spPr>
          <a:xfrm>
            <a:off x="457200" y="2935224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000" b="1" dirty="0">
                <a:solidFill>
                  <a:srgbClr val="1F2937"/>
                </a:solidFill>
                <a:latin typeface="Segoe UI"/>
                <a:cs typeface="Segoe UI"/>
              </a:rPr>
              <a:t>C   Change of a locked stakeholder</a:t>
            </a:r>
          </a:p>
        </p:txBody>
      </p:sp>
      <p:sp>
        <p:nvSpPr>
          <p:cNvPr id="30" name="Flow C step 1"/>
          <p:cNvSpPr/>
          <p:nvPr/>
        </p:nvSpPr>
        <p:spPr>
          <a:xfrm>
            <a:off x="457200" y="3246120"/>
            <a:ext cx="2123236" cy="566928"/>
          </a:xfrm>
          <a:prstGeom prst="roundRect">
            <a:avLst>
              <a:gd name="adj" fmla="val 10000"/>
            </a:avLst>
          </a:prstGeom>
          <a:solidFill>
            <a:srgbClr val="EAF2FD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1565D8"/>
                </a:solidFill>
                <a:latin typeface="Segoe UI"/>
                <a:cs typeface="Segoe UI"/>
              </a:rPr>
              <a:t>1</a:t>
            </a:r>
          </a:p>
          <a:p>
            <a:pPr algn="ctr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User unlocks record (Edit / Admin)</a:t>
            </a:r>
          </a:p>
        </p:txBody>
      </p:sp>
      <p:sp>
        <p:nvSpPr>
          <p:cNvPr id="31" name="Flow C arrow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07868" y="3465576"/>
            <a:ext cx="109728" cy="128016"/>
          </a:xfrm>
          <a:prstGeom prst="rightArrow">
            <a:avLst/>
          </a:prstGeom>
          <a:solidFill>
            <a:srgbClr val="9AA5B5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32" name="Flow C step 2"/>
          <p:cNvSpPr/>
          <p:nvPr/>
        </p:nvSpPr>
        <p:spPr>
          <a:xfrm>
            <a:off x="2745028" y="3246120"/>
            <a:ext cx="2123236" cy="566928"/>
          </a:xfrm>
          <a:prstGeom prst="roundRect">
            <a:avLst>
              <a:gd name="adj" fmla="val 10000"/>
            </a:avLst>
          </a:prstGeom>
          <a:solidFill>
            <a:srgbClr val="EAF2FD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1565D8"/>
                </a:solidFill>
                <a:latin typeface="Segoe UI"/>
                <a:cs typeface="Segoe UI"/>
              </a:rPr>
              <a:t>2</a:t>
            </a:r>
          </a:p>
          <a:p>
            <a:pPr algn="ctr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Person replaced or responsibility changed</a:t>
            </a:r>
          </a:p>
        </p:txBody>
      </p:sp>
      <p:sp>
        <p:nvSpPr>
          <p:cNvPr id="33" name="Flow C arrow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95697" y="3465576"/>
            <a:ext cx="109728" cy="128016"/>
          </a:xfrm>
          <a:prstGeom prst="rightArrow">
            <a:avLst/>
          </a:prstGeom>
          <a:solidFill>
            <a:srgbClr val="9AA5B5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34" name="Flow C step 3"/>
          <p:cNvSpPr/>
          <p:nvPr/>
        </p:nvSpPr>
        <p:spPr>
          <a:xfrm>
            <a:off x="5032857" y="3246120"/>
            <a:ext cx="2123236" cy="566928"/>
          </a:xfrm>
          <a:prstGeom prst="roundRect">
            <a:avLst>
              <a:gd name="adj" fmla="val 10000"/>
            </a:avLst>
          </a:prstGeom>
          <a:solidFill>
            <a:srgbClr val="EAF2FD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1565D8"/>
                </a:solidFill>
                <a:latin typeface="Segoe UI"/>
                <a:cs typeface="Segoe UI"/>
              </a:rPr>
              <a:t>3</a:t>
            </a:r>
          </a:p>
          <a:p>
            <a:pPr algn="ctr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Pending approvals reassigned to new person</a:t>
            </a:r>
          </a:p>
        </p:txBody>
      </p:sp>
      <p:sp>
        <p:nvSpPr>
          <p:cNvPr id="35" name="Flow C arrow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83526" y="3465576"/>
            <a:ext cx="109728" cy="128016"/>
          </a:xfrm>
          <a:prstGeom prst="rightArrow">
            <a:avLst/>
          </a:prstGeom>
          <a:solidFill>
            <a:srgbClr val="9AA5B5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36" name="Flow C step 4"/>
          <p:cNvSpPr/>
          <p:nvPr/>
        </p:nvSpPr>
        <p:spPr>
          <a:xfrm>
            <a:off x="7320686" y="3246120"/>
            <a:ext cx="2123236" cy="566928"/>
          </a:xfrm>
          <a:prstGeom prst="roundRect">
            <a:avLst>
              <a:gd name="adj" fmla="val 10000"/>
            </a:avLst>
          </a:prstGeom>
          <a:solidFill>
            <a:srgbClr val="EAF2FD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1565D8"/>
                </a:solidFill>
                <a:latin typeface="Segoe UI"/>
                <a:cs typeface="Segoe UI"/>
              </a:rPr>
              <a:t>4</a:t>
            </a:r>
          </a:p>
          <a:p>
            <a:pPr algn="ctr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Access rights recalculated</a:t>
            </a:r>
          </a:p>
        </p:txBody>
      </p:sp>
      <p:sp>
        <p:nvSpPr>
          <p:cNvPr id="37" name="Flow C arrow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71355" y="3465576"/>
            <a:ext cx="109728" cy="128016"/>
          </a:xfrm>
          <a:prstGeom prst="rightArrow">
            <a:avLst/>
          </a:prstGeom>
          <a:solidFill>
            <a:srgbClr val="9AA5B5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38" name="Flow C step 5"/>
          <p:cNvSpPr/>
          <p:nvPr/>
        </p:nvSpPr>
        <p:spPr>
          <a:xfrm>
            <a:off x="9608515" y="3246120"/>
            <a:ext cx="2123236" cy="566928"/>
          </a:xfrm>
          <a:prstGeom prst="roundRect">
            <a:avLst>
              <a:gd name="adj" fmla="val 10000"/>
            </a:avLst>
          </a:prstGeom>
          <a:solidFill>
            <a:srgbClr val="FFF4E0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B26A00"/>
                </a:solidFill>
                <a:latin typeface="Segoe UI"/>
                <a:cs typeface="Segoe UI"/>
              </a:rPr>
              <a:t>5</a:t>
            </a:r>
          </a:p>
          <a:p>
            <a:pPr algn="ctr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Old and new person notified; change logged</a:t>
            </a:r>
          </a:p>
        </p:txBody>
      </p:sp>
      <p:sp>
        <p:nvSpPr>
          <p:cNvPr id="39" name="Controls card"/>
          <p:cNvSpPr/>
          <p:nvPr/>
        </p:nvSpPr>
        <p:spPr>
          <a:xfrm>
            <a:off x="457200" y="3977639"/>
            <a:ext cx="3657600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128016" tIns="27432" rIns="128016" bIns="27432" rtlCol="0" anchor="t">
            <a:noAutofit/>
          </a:bodyPr>
          <a:lstStyle/>
          <a:p>
            <a:pPr algn="l">
              <a:buNone/>
            </a:pPr>
            <a:r>
              <a:rPr lang="en-US" sz="1000" b="1" dirty="0">
                <a:solidFill>
                  <a:srgbClr val="1F2937"/>
                </a:solidFill>
                <a:latin typeface="Segoe UI"/>
                <a:cs typeface="Segoe UI"/>
              </a:rPr>
              <a:t>Mock-up controls 5-7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750" b="1" dirty="0">
                <a:solidFill>
                  <a:srgbClr val="1F2937"/>
                </a:solidFill>
                <a:latin typeface="Segoe UI"/>
                <a:cs typeface="Segoe UI"/>
              </a:rPr>
              <a:t>5  MSP focals: </a:t>
            </a: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collapsed row in the registry; expands to one line per MSP with its own focal, approvals and status.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750" b="1" dirty="0">
                <a:solidFill>
                  <a:srgbClr val="1F2937"/>
                </a:solidFill>
                <a:latin typeface="Segoe UI"/>
                <a:cs typeface="Segoe UI"/>
              </a:rPr>
              <a:t>6  Change log: </a:t>
            </a: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every add, edit, lock, unlock, auto-fill and reassignment with user and timestamp.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750" b="1" dirty="0">
                <a:solidFill>
                  <a:srgbClr val="1F2937"/>
                </a:solidFill>
                <a:latin typeface="Segoe UI"/>
                <a:cs typeface="Segoe UI"/>
              </a:rPr>
              <a:t>7  Edit panel: </a:t>
            </a: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directory search (no free-typed names), role description, optional note, Save draft or Save and lock.</a:t>
            </a:r>
          </a:p>
        </p:txBody>
      </p:sp>
      <p:sp>
        <p:nvSpPr>
          <p:cNvPr id="40" name="Access card"/>
          <p:cNvSpPr/>
          <p:nvPr/>
        </p:nvSpPr>
        <p:spPr>
          <a:xfrm>
            <a:off x="4251960" y="3977639"/>
            <a:ext cx="3611880" cy="214884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9525">
            <a:solidFill>
              <a:srgbClr val="DDE3EC"/>
            </a:solidFill>
          </a:ln>
        </p:spPr>
        <p:txBody>
          <a:bodyPr wrap="square" lIns="128016" tIns="27432" rIns="128016" bIns="27432" rtlCol="0" anchor="t">
            <a:noAutofit/>
          </a:bodyPr>
          <a:lstStyle/>
          <a:p>
            <a:pPr algn="l">
              <a:buNone/>
            </a:pPr>
            <a:r>
              <a:rPr lang="en-US" sz="1000" b="1" dirty="0">
                <a:solidFill>
                  <a:srgbClr val="1F2937"/>
                </a:solidFill>
                <a:latin typeface="Segoe UI"/>
                <a:cs typeface="Segoe UI"/>
              </a:rPr>
              <a:t>Roles drive the rest (proposed)</a:t>
            </a:r>
          </a:p>
          <a:p>
            <a:pPr marL="114300" indent="-114300" algn="l">
              <a:spcBef>
                <a:spcPts val="400"/>
              </a:spcBef>
              <a:buFont typeface="Arial"/>
              <a:buChar char="•"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Users only maintain who holds each role.</a:t>
            </a:r>
          </a:p>
          <a:p>
            <a:pPr marL="114300" indent="-114300" algn="l">
              <a:spcBef>
                <a:spcPts val="250"/>
              </a:spcBef>
              <a:buFont typeface="Arial"/>
              <a:buChar char="•"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Approvals, notifications and access are mapped once per role in the role catalogue (admin setting).</a:t>
            </a:r>
          </a:p>
          <a:p>
            <a:pPr marL="114300" indent="-114300" algn="l">
              <a:spcBef>
                <a:spcPts val="250"/>
              </a:spcBef>
              <a:buFont typeface="Arial"/>
              <a:buChar char="•"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Example: Business Case approval goes to the locked Project sponsor, Area functional leader, GSC Head-1, GSC FBP and ELT.</a:t>
            </a:r>
          </a:p>
          <a:p>
            <a:pPr marL="114300" indent="-114300" algn="l">
              <a:spcBef>
                <a:spcPts val="250"/>
              </a:spcBef>
              <a:buFont typeface="Arial"/>
              <a:buChar char="•"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People not in the registry have no project access beyond the portfolio view.</a:t>
            </a:r>
          </a:p>
        </p:txBody>
      </p:sp>
      <p:sp>
        <p:nvSpPr>
          <p:cNvPr id="41" name="Records card"/>
          <p:cNvSpPr/>
          <p:nvPr/>
        </p:nvSpPr>
        <p:spPr>
          <a:xfrm>
            <a:off x="8001000" y="3977639"/>
            <a:ext cx="3749039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128016" tIns="27432" rIns="128016" bIns="27432" rtlCol="0" anchor="t">
            <a:noAutofit/>
          </a:bodyPr>
          <a:lstStyle/>
          <a:p>
            <a:pPr algn="l">
              <a:buNone/>
            </a:pPr>
            <a:r>
              <a:rPr lang="en-US" sz="1000" b="1" dirty="0">
                <a:solidFill>
                  <a:srgbClr val="1F2937"/>
                </a:solidFill>
                <a:latin typeface="Segoe UI"/>
                <a:cs typeface="Segoe UI"/>
              </a:rPr>
              <a:t>Suggested records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700" b="0" dirty="0">
                <a:solidFill>
                  <a:srgbClr val="1F2937"/>
                </a:solidFill>
                <a:latin typeface="Consolas"/>
                <a:cs typeface="Consolas"/>
              </a:rPr>
              <a:t>RoleCatalogue { roleCode, label, required, applicability, autoSource, multiple, defaultApproves[], defaultNotify[], defaultAccess }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700" b="0" dirty="0">
                <a:solidFill>
                  <a:srgbClr val="1F2937"/>
                </a:solidFill>
                <a:latin typeface="Consolas"/>
                <a:cs typeface="Consolas"/>
              </a:rPr>
              <a:t>Stakeholder { projectId, roleCode, personId, mspId?, source, sourceTable, status, lockedBy, lockedAt }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700" b="0" dirty="0">
                <a:solidFill>
                  <a:srgbClr val="1F2937"/>
                </a:solidFill>
                <a:latin typeface="Consolas"/>
                <a:cs typeface="Consolas"/>
              </a:rPr>
              <a:t>RoleResponsibility { roleCode, artifact, approves, notify, accessLevel }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700" b="0" dirty="0">
                <a:solidFill>
                  <a:srgbClr val="1F2937"/>
                </a:solidFill>
                <a:latin typeface="Consolas"/>
                <a:cs typeface="Consolas"/>
              </a:rPr>
              <a:t>StakeholderAudit { stakeholderId, action, oldValue, newValue, user, timestamp }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Object 14" hidden="1">
            <a:extLst>
              <a:ext uri="{FF2B5EF4-FFF2-40B4-BE49-F238E27FC236}">
                <a16:creationId xmlns:a16="http://schemas.microsoft.com/office/drawing/2014/main" id="{B6ED7622-321E-0652-E99E-1446774863B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395" imgH="394" progId="TCLayout.ActiveDocument.1">
                  <p:embed/>
                </p:oleObj>
              </mc:Choice>
              <mc:Fallback>
                <p:oleObj name="thinkcell Slide" r:id="rId3" imgW="395" imgH="394" progId="TCLayout.ActiveDocument.1">
                  <p:embed/>
                  <p:pic>
                    <p:nvPicPr>
                      <p:cNvPr id="15" name="Object 14" hidden="1">
                        <a:extLst>
                          <a:ext uri="{FF2B5EF4-FFF2-40B4-BE49-F238E27FC236}">
                            <a16:creationId xmlns:a16="http://schemas.microsoft.com/office/drawing/2014/main" id="{B6ED7622-321E-0652-E99E-1446774863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F832A4E5-198C-633D-B42B-BA8A91BEB9B5}"/>
              </a:ext>
            </a:extLst>
          </p:cNvPr>
          <p:cNvSpPr/>
          <p:nvPr/>
        </p:nvSpPr>
        <p:spPr>
          <a:xfrm>
            <a:off x="57150" y="6521450"/>
            <a:ext cx="1733550" cy="2547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37600" tIns="237600" rIns="237600" bIns="2376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ersk Text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94856E-95B3-D8D7-06D2-23C403372B88}"/>
              </a:ext>
            </a:extLst>
          </p:cNvPr>
          <p:cNvSpPr/>
          <p:nvPr/>
        </p:nvSpPr>
        <p:spPr>
          <a:xfrm>
            <a:off x="3129063" y="1186992"/>
            <a:ext cx="8640763" cy="4260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ersk Headline Light"/>
              <a:ea typeface="+mn-ea"/>
              <a:cs typeface="+mn-cs"/>
            </a:endParaRPr>
          </a:p>
        </p:txBody>
      </p:sp>
      <p:sp>
        <p:nvSpPr>
          <p:cNvPr id="7" name="Rounded Rectangle 26">
            <a:extLst>
              <a:ext uri="{FF2B5EF4-FFF2-40B4-BE49-F238E27FC236}">
                <a16:creationId xmlns:a16="http://schemas.microsoft.com/office/drawing/2014/main" id="{6480F271-83E6-58AD-489F-ADEA17B44976}"/>
              </a:ext>
            </a:extLst>
          </p:cNvPr>
          <p:cNvSpPr/>
          <p:nvPr/>
        </p:nvSpPr>
        <p:spPr bwMode="auto">
          <a:xfrm>
            <a:off x="6937064" y="3500998"/>
            <a:ext cx="2479795" cy="1903340"/>
          </a:xfrm>
          <a:prstGeom prst="rect">
            <a:avLst/>
          </a:prstGeom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72000" tIns="36000" rIns="72000" bIns="36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ersk Headline Light"/>
                <a:ea typeface="+mn-ea"/>
                <a:cs typeface="+mn-cs"/>
              </a:rPr>
              <a:t>Dependencies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ersk Headline Ligh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Maersk Text"/>
                <a:ea typeface="+mn-ea"/>
                <a:cs typeface="+mn-cs"/>
              </a:rPr>
              <a:t>Area: 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Maersk Tex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Maersk Text"/>
                <a:ea typeface="+mn-ea"/>
                <a:cs typeface="+mn-cs"/>
              </a:rPr>
              <a:t>PID-to-L3 mapping (ongoing), SOP/IOP, knowledge sharing, Communication strategy.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Maersk Tex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Maersk Text"/>
                <a:ea typeface="+mn-ea"/>
                <a:cs typeface="+mn-cs"/>
              </a:rPr>
              <a:t>GSC: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Maersk Text"/>
                <a:ea typeface="+mn-ea"/>
                <a:cs typeface="+mn-cs"/>
              </a:rPr>
              <a:t>OD design, site infrastructure, hiring required capability at right site, frontload a few leaders and enablers.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Maersk Tex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Maersk Text"/>
                <a:ea typeface="+mn-ea"/>
                <a:cs typeface="+mn-cs"/>
              </a:rPr>
              <a:t>Area and GSC: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Maersk Text"/>
                <a:ea typeface="+mn-ea"/>
                <a:cs typeface="+mn-cs"/>
              </a:rPr>
              <a:t>Opportunity assessment, service baseline, Automation</a:t>
            </a:r>
          </a:p>
        </p:txBody>
      </p:sp>
      <p:sp>
        <p:nvSpPr>
          <p:cNvPr id="8" name="Rounded Rectangle 27">
            <a:extLst>
              <a:ext uri="{FF2B5EF4-FFF2-40B4-BE49-F238E27FC236}">
                <a16:creationId xmlns:a16="http://schemas.microsoft.com/office/drawing/2014/main" id="{CA1D13FA-5FE1-0F35-A688-D59446E9E888}"/>
              </a:ext>
            </a:extLst>
          </p:cNvPr>
          <p:cNvSpPr/>
          <p:nvPr/>
        </p:nvSpPr>
        <p:spPr bwMode="auto">
          <a:xfrm>
            <a:off x="268586" y="1542204"/>
            <a:ext cx="6589033" cy="3859528"/>
          </a:xfrm>
          <a:prstGeom prst="rect">
            <a:avLst/>
          </a:prstGeom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72000" tIns="36000" rIns="72000" bIns="36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ersk Headline Light"/>
                <a:ea typeface="+mn-ea"/>
                <a:cs typeface="+mn-cs"/>
              </a:rPr>
              <a:t>Key Deliverables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600" b="0" i="0" u="none" strike="noStrike" kern="1200" cap="none" spc="0" normalizeH="0" baseline="0" noProof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Maersk Text"/>
              <a:ea typeface="+mn-ea"/>
              <a:cs typeface="+mn-cs"/>
            </a:endParaRPr>
          </a:p>
        </p:txBody>
      </p:sp>
      <p:sp>
        <p:nvSpPr>
          <p:cNvPr id="9" name="Rounded Rectangle 28">
            <a:extLst>
              <a:ext uri="{FF2B5EF4-FFF2-40B4-BE49-F238E27FC236}">
                <a16:creationId xmlns:a16="http://schemas.microsoft.com/office/drawing/2014/main" id="{272B72B2-D022-6580-5178-BA5E8852358A}"/>
              </a:ext>
            </a:extLst>
          </p:cNvPr>
          <p:cNvSpPr/>
          <p:nvPr/>
        </p:nvSpPr>
        <p:spPr bwMode="auto">
          <a:xfrm>
            <a:off x="268586" y="5480228"/>
            <a:ext cx="6589033" cy="1244225"/>
          </a:xfrm>
          <a:prstGeom prst="rect">
            <a:avLst/>
          </a:prstGeom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72000" tIns="36000" rIns="72000" bIns="36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ersk Headline Light"/>
                <a:ea typeface="+mn-ea"/>
                <a:cs typeface="+mn-cs"/>
              </a:rPr>
              <a:t>Program Success Criteria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Maersk Text"/>
                <a:ea typeface="+mn-ea"/>
                <a:cs typeface="+mn-cs"/>
              </a:rPr>
              <a:t>474 LCL FTE transitioned across 2027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Maersk Text"/>
                <a:ea typeface="+mn-ea"/>
                <a:cs typeface="+mn-cs"/>
              </a:rPr>
              <a:t>Service performance meets the agreed Area baseline at hypercare exit in every country.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800" b="0" i="0" u="none" strike="noStrike" kern="1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Maersk Text"/>
                <a:ea typeface="+mn-ea"/>
                <a:cs typeface="+mn-cs"/>
              </a:rPr>
              <a:t>Area PID release plan</a:t>
            </a:r>
            <a:endParaRPr kumimoji="0" lang="en-IN" sz="800" b="0" i="0" u="none" strike="noStrike" kern="1200" cap="none" spc="0" normalizeH="0" baseline="0" noProof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Maersk Tex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00" b="0" i="0" u="none" strike="noStrike" kern="1200" cap="none" spc="0" normalizeH="0" baseline="0" noProof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Maersk Headline Light"/>
              <a:ea typeface="+mn-ea"/>
              <a:cs typeface="+mn-cs"/>
            </a:endParaRPr>
          </a:p>
        </p:txBody>
      </p:sp>
      <p:sp>
        <p:nvSpPr>
          <p:cNvPr id="10" name="Rounded Rectangle 33">
            <a:extLst>
              <a:ext uri="{FF2B5EF4-FFF2-40B4-BE49-F238E27FC236}">
                <a16:creationId xmlns:a16="http://schemas.microsoft.com/office/drawing/2014/main" id="{6C3A9C6F-A253-F03C-E21A-857F785A6530}"/>
              </a:ext>
            </a:extLst>
          </p:cNvPr>
          <p:cNvSpPr/>
          <p:nvPr/>
        </p:nvSpPr>
        <p:spPr bwMode="auto">
          <a:xfrm>
            <a:off x="268586" y="548210"/>
            <a:ext cx="1436924" cy="947145"/>
          </a:xfrm>
          <a:prstGeom prst="rect">
            <a:avLst/>
          </a:prstGeom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72000" tIns="36000" rIns="72000" bIns="36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700" b="1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Maersk Headline Light"/>
                <a:ea typeface="+mn-ea"/>
                <a:cs typeface="+mn-cs"/>
              </a:rPr>
              <a:t>Leads: Mohammed + Swarup  |  LCL LT: Jane Zhen Wang  |  WPM: Hector Jacome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Maersk Headline Light"/>
                <a:ea typeface="+mn-ea"/>
                <a:cs typeface="+mn-cs"/>
              </a:rPr>
              <a:t>ELT Sponsor: Caroline Wu</a:t>
            </a: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Maersk Headline Ligh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Maersk Headline Light"/>
                <a:ea typeface="+mn-ea"/>
                <a:cs typeface="+mn-cs"/>
              </a:rPr>
              <a:t>GSC Lead Jane Zhen Wang</a:t>
            </a:r>
            <a:endParaRPr kumimoji="0" sz="900" b="1" i="0" u="none" strike="noStrike" kern="1200" cap="none" spc="0" normalizeH="0" baseline="0" noProof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Maersk Headline Light"/>
              <a:ea typeface="+mn-ea"/>
              <a:cs typeface="+mn-c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C67C7C-8CF8-40E5-A7A5-8F25BE166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Maersk Headline Light"/>
              <a:ea typeface="+mn-ea"/>
              <a:cs typeface="+mn-cs"/>
            </a:endParaRPr>
          </a:p>
        </p:txBody>
      </p:sp>
      <p:sp>
        <p:nvSpPr>
          <p:cNvPr id="12" name="Rounded Rectangle 28">
            <a:extLst>
              <a:ext uri="{FF2B5EF4-FFF2-40B4-BE49-F238E27FC236}">
                <a16:creationId xmlns:a16="http://schemas.microsoft.com/office/drawing/2014/main" id="{B51661C5-1436-0E9D-DFC6-FC2BA3828B76}"/>
              </a:ext>
            </a:extLst>
          </p:cNvPr>
          <p:cNvSpPr/>
          <p:nvPr/>
        </p:nvSpPr>
        <p:spPr bwMode="auto">
          <a:xfrm>
            <a:off x="6937064" y="1542205"/>
            <a:ext cx="2479795" cy="1886795"/>
          </a:xfrm>
          <a:prstGeom prst="rect">
            <a:avLst/>
          </a:prstGeom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72000" tIns="36000" rIns="72000" bIns="36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ersk Headline Light"/>
                <a:ea typeface="+mn-ea"/>
                <a:cs typeface="+mn-cs"/>
              </a:rPr>
              <a:t>In Scope: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Maersk Text"/>
                <a:ea typeface="+mn-ea"/>
                <a:cs typeface="+mn-cs"/>
              </a:rPr>
              <a:t>474 LCL FTE moving from Area teams to GSC across 5 regions, 21 areas and 44 countries.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Maersk Text"/>
                <a:ea typeface="+mn-ea"/>
                <a:cs typeface="+mn-cs"/>
              </a:rPr>
              <a:t>Baselined customer outcomes: data quality, KPI performance, continuity.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ersk Headline Ligh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Maersk Headline Light"/>
              <a:ea typeface="+mn-ea"/>
              <a:cs typeface="+mn-cs"/>
            </a:endParaRPr>
          </a:p>
        </p:txBody>
      </p:sp>
      <p:sp>
        <p:nvSpPr>
          <p:cNvPr id="13" name="Rounded Rectangle 28">
            <a:extLst>
              <a:ext uri="{FF2B5EF4-FFF2-40B4-BE49-F238E27FC236}">
                <a16:creationId xmlns:a16="http://schemas.microsoft.com/office/drawing/2014/main" id="{27095593-E6D0-48E1-AB36-D196D4895289}"/>
              </a:ext>
            </a:extLst>
          </p:cNvPr>
          <p:cNvSpPr/>
          <p:nvPr/>
        </p:nvSpPr>
        <p:spPr bwMode="auto">
          <a:xfrm>
            <a:off x="9475178" y="1542204"/>
            <a:ext cx="2374093" cy="1886795"/>
          </a:xfrm>
          <a:prstGeom prst="rect">
            <a:avLst/>
          </a:prstGeom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72000" tIns="36000" rIns="72000" bIns="36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ersk Headline Light"/>
                <a:ea typeface="+mn-ea"/>
                <a:cs typeface="+mn-cs"/>
              </a:rPr>
              <a:t>Out of Scope: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Maersk Text"/>
                <a:ea typeface="+mn-ea"/>
                <a:cs typeface="+mn-cs"/>
              </a:rPr>
              <a:t>Retained activities where customs, labour law, language or local presence prevent offshoring.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Maersk Text"/>
                <a:ea typeface="+mn-ea"/>
                <a:cs typeface="+mn-cs"/>
              </a:rPr>
              <a:t>Volume beyond the 474 FTE baseline without fresh assessment and ELT approval.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ersk Headline Light"/>
              <a:ea typeface="+mn-ea"/>
              <a:cs typeface="+mn-cs"/>
            </a:endParaRPr>
          </a:p>
        </p:txBody>
      </p:sp>
      <p:sp>
        <p:nvSpPr>
          <p:cNvPr id="4" name="Rounded Rectangle 26">
            <a:extLst>
              <a:ext uri="{FF2B5EF4-FFF2-40B4-BE49-F238E27FC236}">
                <a16:creationId xmlns:a16="http://schemas.microsoft.com/office/drawing/2014/main" id="{3CB7BDFC-7940-C9AC-57AA-AD44BDE4BA6D}"/>
              </a:ext>
            </a:extLst>
          </p:cNvPr>
          <p:cNvSpPr/>
          <p:nvPr/>
        </p:nvSpPr>
        <p:spPr bwMode="auto">
          <a:xfrm>
            <a:off x="9460801" y="3494128"/>
            <a:ext cx="2374093" cy="1903340"/>
          </a:xfrm>
          <a:prstGeom prst="rect">
            <a:avLst/>
          </a:prstGeom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72000" tIns="36000" rIns="72000" bIns="36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ersk Headline Light"/>
                <a:ea typeface="+mn-ea"/>
                <a:cs typeface="+mn-cs"/>
              </a:rPr>
              <a:t>Risks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Maersk Text"/>
                <a:ea typeface="+mn-ea"/>
                <a:cs typeface="+mn-cs"/>
              </a:rPr>
              <a:t>Q2 spike – 240 FTE, 51% of scope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Maersk Text"/>
                <a:ea typeface="+mn-ea"/>
                <a:cs typeface="+mn-cs"/>
              </a:rPr>
              <a:t>Tacit LCL customer knowledge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Maersk Text"/>
                <a:ea typeface="+mn-ea"/>
                <a:cs typeface="+mn-cs"/>
              </a:rPr>
              <a:t>Local and regulatory dependency (customs, labour law)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Maersk Text"/>
                <a:ea typeface="+mn-ea"/>
                <a:cs typeface="+mn-cs"/>
              </a:rPr>
              <a:t>Delayed Area PID deletion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Maersk Text"/>
                <a:ea typeface="+mn-ea"/>
                <a:cs typeface="+mn-cs"/>
              </a:rPr>
              <a:t>Backlogs and handover status from sending team to  receiving team.</a:t>
            </a:r>
          </a:p>
        </p:txBody>
      </p:sp>
      <p:sp>
        <p:nvSpPr>
          <p:cNvPr id="17" name="Title 12">
            <a:extLst>
              <a:ext uri="{FF2B5EF4-FFF2-40B4-BE49-F238E27FC236}">
                <a16:creationId xmlns:a16="http://schemas.microsoft.com/office/drawing/2014/main" id="{926E3F46-C5C3-A9D6-EE6B-59A2DAFA1F8D}"/>
              </a:ext>
            </a:extLst>
          </p:cNvPr>
          <p:cNvSpPr txBox="1">
            <a:spLocks/>
          </p:cNvSpPr>
          <p:nvPr/>
        </p:nvSpPr>
        <p:spPr>
          <a:xfrm>
            <a:off x="268586" y="133547"/>
            <a:ext cx="12129776" cy="49487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42B0D5"/>
                </a:solidFill>
                <a:effectLst/>
                <a:uLnTx/>
                <a:uFillTx/>
                <a:latin typeface="Maersk Headline Light"/>
                <a:ea typeface="+mj-ea"/>
                <a:cs typeface="+mj-cs"/>
              </a:rPr>
              <a:t>Peridot | </a:t>
            </a: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Maersk Headline Light"/>
                <a:ea typeface="+mj-ea"/>
                <a:cs typeface="+mj-cs"/>
              </a:rPr>
              <a:t> Program Charter — LCL Migration</a:t>
            </a:r>
          </a:p>
        </p:txBody>
      </p:sp>
      <p:sp>
        <p:nvSpPr>
          <p:cNvPr id="6" name="Rounded Rectangle 25">
            <a:extLst>
              <a:ext uri="{FF2B5EF4-FFF2-40B4-BE49-F238E27FC236}">
                <a16:creationId xmlns:a16="http://schemas.microsoft.com/office/drawing/2014/main" id="{E2587EA9-2D33-02F1-45BC-49665EAF55DE}"/>
              </a:ext>
            </a:extLst>
          </p:cNvPr>
          <p:cNvSpPr/>
          <p:nvPr/>
        </p:nvSpPr>
        <p:spPr bwMode="auto">
          <a:xfrm>
            <a:off x="1790700" y="550246"/>
            <a:ext cx="10058571" cy="94511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Maersk Headline Light" panose="00000400000000000000" pitchFamily="2" charset="0"/>
                <a:ea typeface="+mn-ea"/>
                <a:cs typeface="+mn-cs"/>
              </a:rPr>
              <a:t>Desired Outcome / Vision: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Maersk Headline Light"/>
                <a:ea typeface="+mn-ea"/>
                <a:cs typeface="+mn-cs"/>
              </a:rPr>
              <a:t>O</a:t>
            </a:r>
            <a:r>
              <a:rPr kumimoji="0" lang="en-US" altLang="zh-CN" sz="1100" b="0" i="0" u="none" strike="noStrike" kern="1200" cap="none" spc="0" normalizeH="0" baseline="0" noProof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Maersk Headline Light"/>
                <a:ea typeface="+mn-ea"/>
                <a:cs typeface="+mn-cs"/>
              </a:rPr>
              <a:t>ffshor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Maersk Headline Light"/>
                <a:ea typeface="+mn-ea"/>
                <a:cs typeface="+mn-cs"/>
              </a:rPr>
              <a:t>e and centralize LCL operations with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Maersk Headline Light"/>
                <a:ea typeface="+mn-ea"/>
                <a:cs typeface="+mn-cs"/>
              </a:rPr>
              <a:t> 474 FTE into GSC across the full year of 2027 without service disruption, and unlock automation of 313 FTE from 2027 to 2028 in GSC.</a:t>
            </a:r>
          </a:p>
        </p:txBody>
      </p:sp>
      <p:sp>
        <p:nvSpPr>
          <p:cNvPr id="21" name="Rounded Rectangle 26">
            <a:extLst>
              <a:ext uri="{FF2B5EF4-FFF2-40B4-BE49-F238E27FC236}">
                <a16:creationId xmlns:a16="http://schemas.microsoft.com/office/drawing/2014/main" id="{AA4724D9-3F62-4E8E-D805-EE826F55F17F}"/>
              </a:ext>
            </a:extLst>
          </p:cNvPr>
          <p:cNvSpPr/>
          <p:nvPr/>
        </p:nvSpPr>
        <p:spPr bwMode="auto">
          <a:xfrm>
            <a:off x="6937064" y="5469466"/>
            <a:ext cx="4897830" cy="1241619"/>
          </a:xfrm>
          <a:prstGeom prst="rect">
            <a:avLst/>
          </a:prstGeom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72000" tIns="36000" rIns="72000" bIns="36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Maersk Headline Light"/>
                <a:ea typeface="+mn-ea"/>
                <a:cs typeface="+mn-cs"/>
              </a:rPr>
              <a:t>Timeline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Maersk Headline Light"/>
              <a:ea typeface="+mn-ea"/>
              <a:cs typeface="+mn-cs"/>
            </a:endParaRP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D336FA34-737A-1C55-44FA-B9E9E4F8F2D4}"/>
              </a:ext>
            </a:extLst>
          </p:cNvPr>
          <p:cNvGraphicFramePr>
            <a:graphicFrameLocks noGrp="1"/>
          </p:cNvGraphicFramePr>
          <p:nvPr/>
        </p:nvGraphicFramePr>
        <p:xfrm>
          <a:off x="7261087" y="5787054"/>
          <a:ext cx="4058194" cy="520700"/>
        </p:xfrm>
        <a:graphic>
          <a:graphicData uri="http://schemas.openxmlformats.org/drawingml/2006/table">
            <a:tbl>
              <a:tblPr/>
              <a:tblGrid>
                <a:gridCol w="579742">
                  <a:extLst>
                    <a:ext uri="{9D8B030D-6E8A-4147-A177-3AD203B41FA5}">
                      <a16:colId xmlns:a16="http://schemas.microsoft.com/office/drawing/2014/main" val="941676809"/>
                    </a:ext>
                  </a:extLst>
                </a:gridCol>
                <a:gridCol w="579742">
                  <a:extLst>
                    <a:ext uri="{9D8B030D-6E8A-4147-A177-3AD203B41FA5}">
                      <a16:colId xmlns:a16="http://schemas.microsoft.com/office/drawing/2014/main" val="4122638022"/>
                    </a:ext>
                  </a:extLst>
                </a:gridCol>
                <a:gridCol w="579742">
                  <a:extLst>
                    <a:ext uri="{9D8B030D-6E8A-4147-A177-3AD203B41FA5}">
                      <a16:colId xmlns:a16="http://schemas.microsoft.com/office/drawing/2014/main" val="1169242000"/>
                    </a:ext>
                  </a:extLst>
                </a:gridCol>
                <a:gridCol w="579742">
                  <a:extLst>
                    <a:ext uri="{9D8B030D-6E8A-4147-A177-3AD203B41FA5}">
                      <a16:colId xmlns:a16="http://schemas.microsoft.com/office/drawing/2014/main" val="147563677"/>
                    </a:ext>
                  </a:extLst>
                </a:gridCol>
                <a:gridCol w="579742">
                  <a:extLst>
                    <a:ext uri="{9D8B030D-6E8A-4147-A177-3AD203B41FA5}">
                      <a16:colId xmlns:a16="http://schemas.microsoft.com/office/drawing/2014/main" val="1200762630"/>
                    </a:ext>
                  </a:extLst>
                </a:gridCol>
                <a:gridCol w="579742">
                  <a:extLst>
                    <a:ext uri="{9D8B030D-6E8A-4147-A177-3AD203B41FA5}">
                      <a16:colId xmlns:a16="http://schemas.microsoft.com/office/drawing/2014/main" val="3996334616"/>
                    </a:ext>
                  </a:extLst>
                </a:gridCol>
                <a:gridCol w="579742">
                  <a:extLst>
                    <a:ext uri="{9D8B030D-6E8A-4147-A177-3AD203B41FA5}">
                      <a16:colId xmlns:a16="http://schemas.microsoft.com/office/drawing/2014/main" val="2192350094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000" b="1" i="0">
                          <a:solidFill>
                            <a:srgbClr val="FFFFFF"/>
                          </a:solidFill>
                          <a:effectLst/>
                          <a:latin typeface="Maersk Text" panose="00000500000000000000" pitchFamily="2" charset="0"/>
                        </a:rPr>
                        <a:t>Period​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B0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ase" latinLnBrk="0" hangingPunct="1">
                        <a:buNone/>
                      </a:pPr>
                      <a:r>
                        <a:rPr lang="en-US" sz="1000" b="1" i="0" kern="1200">
                          <a:solidFill>
                            <a:srgbClr val="FFFFFF"/>
                          </a:solidFill>
                          <a:effectLst/>
                          <a:latin typeface="Maersk Text" panose="00000500000000000000" pitchFamily="2" charset="0"/>
                          <a:ea typeface="+mn-ea"/>
                          <a:cs typeface="+mn-cs"/>
                        </a:rPr>
                        <a:t>Q4’26</a:t>
                      </a: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B0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000" b="1" i="0">
                          <a:solidFill>
                            <a:srgbClr val="FFFFFF"/>
                          </a:solidFill>
                          <a:effectLst/>
                          <a:latin typeface="Maersk Text" panose="00000500000000000000" pitchFamily="2" charset="0"/>
                        </a:rPr>
                        <a:t>Q1'27​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B0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Maersk Text" panose="00000500000000000000" pitchFamily="2" charset="0"/>
                        </a:rPr>
                        <a:t>Q2'27</a:t>
                      </a:r>
                      <a:r>
                        <a:rPr lang="en-US" sz="1000" b="1" i="0">
                          <a:solidFill>
                            <a:srgbClr val="FFFFFF"/>
                          </a:solidFill>
                          <a:effectLst/>
                          <a:latin typeface="Maersk Text" panose="00000500000000000000" pitchFamily="2" charset="0"/>
                        </a:rPr>
                        <a:t>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B0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Maersk Text" panose="00000500000000000000" pitchFamily="2" charset="0"/>
                        </a:rPr>
                        <a:t>Q3'27</a:t>
                      </a:r>
                      <a:r>
                        <a:rPr lang="en-US" sz="1000" b="1" i="0">
                          <a:solidFill>
                            <a:srgbClr val="FFFFFF"/>
                          </a:solidFill>
                          <a:effectLst/>
                          <a:latin typeface="Maersk Text" panose="00000500000000000000" pitchFamily="2" charset="0"/>
                        </a:rPr>
                        <a:t>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B0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Maersk Text" panose="00000500000000000000" pitchFamily="2" charset="0"/>
                        </a:rPr>
                        <a:t>Q4'27</a:t>
                      </a:r>
                      <a:r>
                        <a:rPr lang="en-US" sz="1000" b="1" i="0">
                          <a:solidFill>
                            <a:srgbClr val="FFFFFF"/>
                          </a:solidFill>
                          <a:effectLst/>
                          <a:latin typeface="Maersk Text" panose="00000500000000000000" pitchFamily="2" charset="0"/>
                        </a:rPr>
                        <a:t>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B0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000" b="1" i="0">
                          <a:solidFill>
                            <a:srgbClr val="FFFFFF"/>
                          </a:solidFill>
                          <a:effectLst/>
                          <a:latin typeface="Maersk Text" panose="00000500000000000000" pitchFamily="2" charset="0"/>
                        </a:rPr>
                        <a:t>Total​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B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3111347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000" b="0" i="0">
                          <a:solidFill>
                            <a:srgbClr val="141414"/>
                          </a:solidFill>
                          <a:effectLst/>
                          <a:latin typeface="Maersk Text" panose="00000500000000000000" pitchFamily="2" charset="0"/>
                        </a:rPr>
                        <a:t>FTE​</a:t>
                      </a:r>
                      <a:endParaRPr lang="en-US" b="0" i="0">
                        <a:solidFill>
                          <a:srgbClr val="141414"/>
                        </a:solidFill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4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ase" latinLnBrk="0" hangingPunct="1">
                        <a:buNone/>
                      </a:pPr>
                      <a:r>
                        <a:rPr lang="en-US" sz="1000" b="0" i="0" kern="1200">
                          <a:solidFill>
                            <a:srgbClr val="141414"/>
                          </a:solidFill>
                          <a:effectLst/>
                          <a:latin typeface="Maersk Text" panose="00000500000000000000" pitchFamily="2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4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000" b="0" i="0">
                          <a:solidFill>
                            <a:srgbClr val="141414"/>
                          </a:solidFill>
                          <a:effectLst/>
                          <a:latin typeface="Maersk Text" panose="00000500000000000000" pitchFamily="2" charset="0"/>
                        </a:rPr>
                        <a:t>123</a:t>
                      </a:r>
                      <a:endParaRPr lang="en-US" b="0" i="0">
                        <a:solidFill>
                          <a:srgbClr val="141414"/>
                        </a:solidFill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4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000" b="0" i="0">
                          <a:solidFill>
                            <a:srgbClr val="141414"/>
                          </a:solidFill>
                          <a:effectLst/>
                          <a:latin typeface="Maersk Text" panose="00000500000000000000" pitchFamily="2" charset="0"/>
                        </a:rPr>
                        <a:t>240​</a:t>
                      </a:r>
                      <a:endParaRPr lang="en-US" b="0" i="0">
                        <a:solidFill>
                          <a:srgbClr val="141414"/>
                        </a:solidFill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4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000" b="0" i="0">
                          <a:solidFill>
                            <a:srgbClr val="141414"/>
                          </a:solidFill>
                          <a:effectLst/>
                          <a:latin typeface="Maersk Text" panose="00000500000000000000" pitchFamily="2" charset="0"/>
                        </a:rPr>
                        <a:t>83​</a:t>
                      </a:r>
                      <a:endParaRPr lang="en-US" b="0" i="0">
                        <a:solidFill>
                          <a:srgbClr val="141414"/>
                        </a:solidFill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4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000" b="0" i="0">
                          <a:solidFill>
                            <a:srgbClr val="141414"/>
                          </a:solidFill>
                          <a:effectLst/>
                          <a:latin typeface="Maersk Text" panose="00000500000000000000" pitchFamily="2" charset="0"/>
                        </a:rPr>
                        <a:t>28​</a:t>
                      </a:r>
                      <a:endParaRPr lang="en-US" b="0" i="0">
                        <a:solidFill>
                          <a:srgbClr val="141414"/>
                        </a:solidFill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4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000" b="0" i="0">
                          <a:solidFill>
                            <a:srgbClr val="141414"/>
                          </a:solidFill>
                          <a:effectLst/>
                          <a:latin typeface="Maersk Text" panose="00000500000000000000" pitchFamily="2" charset="0"/>
                        </a:rPr>
                        <a:t>474​</a:t>
                      </a:r>
                      <a:endParaRPr lang="en-US" b="0" i="0">
                        <a:solidFill>
                          <a:srgbClr val="141414"/>
                        </a:solidFill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4885938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B657D4E0-D0CD-D4AD-C385-8080724F9EB4}"/>
              </a:ext>
            </a:extLst>
          </p:cNvPr>
          <p:cNvGraphicFramePr>
            <a:graphicFrameLocks noGrp="1"/>
          </p:cNvGraphicFramePr>
          <p:nvPr/>
        </p:nvGraphicFramePr>
        <p:xfrm>
          <a:off x="300000" y="1790000"/>
          <a:ext cx="6520000" cy="2738800"/>
        </p:xfrm>
        <a:graphic>
          <a:graphicData uri="http://schemas.openxmlformats.org/drawingml/2006/table">
            <a:tbl>
              <a:tblPr/>
              <a:tblGrid>
                <a:gridCol w="760000">
                  <a:extLst>
                    <a:ext uri="{9D8B030D-6E8A-4147-A177-3AD203B41FA5}">
                      <a16:colId xmlns:a16="http://schemas.microsoft.com/office/drawing/2014/main" val="2529828860"/>
                    </a:ext>
                  </a:extLst>
                </a:gridCol>
                <a:gridCol w="4560000">
                  <a:extLst>
                    <a:ext uri="{9D8B030D-6E8A-4147-A177-3AD203B41FA5}">
                      <a16:colId xmlns:a16="http://schemas.microsoft.com/office/drawing/2014/main" val="12527673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3407535006"/>
                    </a:ext>
                  </a:extLst>
                </a:gridCol>
              </a:tblGrid>
              <a:tr h="101050">
                <a:tc>
                  <a:txBody>
                    <a:bodyPr/>
                    <a:lstStyle/>
                    <a:p>
                      <a:pPr marL="0" marR="0" algn="ctr" rtl="0" fontAlgn="t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Phase → tollgate</a:t>
                      </a:r>
                      <a:r>
                        <a:rPr lang="en-US" sz="600">
                          <a:solidFill>
                            <a:srgbClr val="D2D2D2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600">
                        <a:effectLst/>
                        <a:latin typeface="+mj-lt"/>
                      </a:endParaRPr>
                    </a:p>
                  </a:txBody>
                  <a:tcPr marL="24780" marR="24780" marT="24780" marB="247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43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 fontAlgn="t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Migration deliverable</a:t>
                      </a:r>
                      <a:r>
                        <a:rPr lang="en-US" sz="600">
                          <a:solidFill>
                            <a:srgbClr val="D2D2D2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600">
                        <a:effectLst/>
                        <a:latin typeface="+mj-lt"/>
                      </a:endParaRPr>
                    </a:p>
                  </a:txBody>
                  <a:tcPr marL="24780" marR="24780" marT="24780" marB="247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43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 fontAlgn="t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Timeline</a:t>
                      </a:r>
                      <a:endParaRPr lang="en-US" sz="600">
                        <a:effectLst/>
                        <a:latin typeface="+mj-lt"/>
                      </a:endParaRPr>
                    </a:p>
                  </a:txBody>
                  <a:tcPr marL="24780" marR="24780" marT="24780" marB="247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4496757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marL="0" marR="0" rtl="0" fontAlgn="t">
                        <a:spcAft>
                          <a:spcPts val="200"/>
                        </a:spcAft>
                        <a:buNone/>
                      </a:pPr>
                      <a:r>
                        <a:rPr lang="en-US" sz="600" b="1">
                          <a:solidFill>
                            <a:srgbClr val="00243D"/>
                          </a:solidFill>
                          <a:effectLst/>
                          <a:latin typeface="+mj-lt"/>
                        </a:rPr>
                        <a:t>1 Initiate → TG1</a:t>
                      </a:r>
                      <a:endParaRPr lang="en-US" sz="600">
                        <a:effectLst/>
                        <a:latin typeface="+mj-lt"/>
                      </a:endParaRPr>
                    </a:p>
                  </a:txBody>
                  <a:tcPr marL="24780" marR="24780" marT="24780" marB="247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>
                          <a:solidFill>
                            <a:srgbClr val="00243D"/>
                          </a:solidFill>
                          <a:effectLst/>
                          <a:latin typeface="+mj-lt"/>
                        </a:rPr>
                        <a:t>Opportunity assessment: </a:t>
                      </a:r>
                      <a:r>
                        <a:rPr lang="en-US" sz="600" kern="1200">
                          <a:solidFill>
                            <a:srgbClr val="33424E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474 LCL FTE opportunity to be validated by region, area, country and quarter - </a:t>
                      </a:r>
                      <a:r>
                        <a:rPr lang="en-US" sz="600">
                          <a:solidFill>
                            <a:srgbClr val="33424E"/>
                          </a:solidFill>
                          <a:effectLst/>
                          <a:latin typeface="+mj-lt"/>
                        </a:rPr>
                        <a:t>headcount and capability requirement frozen; GAM approvals.</a:t>
                      </a:r>
                      <a:br>
                        <a:rPr lang="en-US" sz="600">
                          <a:solidFill>
                            <a:srgbClr val="33424E"/>
                          </a:solidFill>
                          <a:effectLst/>
                          <a:latin typeface="+mj-lt"/>
                        </a:rPr>
                      </a:br>
                      <a:r>
                        <a:rPr lang="en-US" sz="600" b="1">
                          <a:solidFill>
                            <a:srgbClr val="00243D"/>
                          </a:solidFill>
                          <a:effectLst/>
                          <a:latin typeface="+mj-lt"/>
                        </a:rPr>
                        <a:t>Program governance and integrated plan: </a:t>
                      </a:r>
                      <a:r>
                        <a:rPr lang="en-US" sz="600" kern="1200">
                          <a:solidFill>
                            <a:srgbClr val="33424E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Appro</a:t>
                      </a:r>
                      <a:r>
                        <a:rPr lang="en-US" sz="600">
                          <a:solidFill>
                            <a:srgbClr val="33424E"/>
                          </a:solidFill>
                          <a:effectLst/>
                          <a:latin typeface="+mj-lt"/>
                        </a:rPr>
                        <a:t>ved plan for hiring, training, KT, hypercare + </a:t>
                      </a:r>
                      <a:r>
                        <a:rPr lang="en-US" sz="600" kern="1200">
                          <a:solidFill>
                            <a:srgbClr val="33424E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Area PID release plan + automation opportunities initial identification</a:t>
                      </a:r>
                    </a:p>
                    <a:p>
                      <a:pPr marL="0" marR="0" rtl="0" fontAlgn="t">
                        <a:spcAft>
                          <a:spcPts val="200"/>
                        </a:spcAft>
                        <a:buNone/>
                      </a:pPr>
                      <a:r>
                        <a:rPr lang="en-US" sz="600" kern="1200">
                          <a:solidFill>
                            <a:srgbClr val="33424E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500" i="1">
                          <a:solidFill>
                            <a:srgbClr val="33424E"/>
                          </a:solidFill>
                          <a:effectLst/>
                          <a:latin typeface="+mj-lt"/>
                        </a:rPr>
                        <a:t>(Dependency on OA outcome) </a:t>
                      </a:r>
                      <a:br>
                        <a:rPr lang="en-US" sz="600">
                          <a:solidFill>
                            <a:srgbClr val="33424E"/>
                          </a:solidFill>
                          <a:effectLst/>
                          <a:latin typeface="+mj-lt"/>
                        </a:rPr>
                      </a:br>
                      <a:r>
                        <a:rPr lang="en-US" sz="600" b="1">
                          <a:solidFill>
                            <a:srgbClr val="00243D"/>
                          </a:solidFill>
                          <a:effectLst/>
                          <a:latin typeface="+mj-lt"/>
                        </a:rPr>
                        <a:t>Workload baseline: </a:t>
                      </a:r>
                      <a:r>
                        <a:rPr lang="en-US" sz="600" b="0">
                          <a:solidFill>
                            <a:srgbClr val="00243D"/>
                          </a:solidFill>
                          <a:effectLst/>
                          <a:latin typeface="+mj-lt"/>
                        </a:rPr>
                        <a:t>A</a:t>
                      </a:r>
                      <a:r>
                        <a:rPr lang="en-US" sz="600" b="0">
                          <a:solidFill>
                            <a:srgbClr val="33424E"/>
                          </a:solidFill>
                          <a:effectLst/>
                          <a:latin typeface="+mj-lt"/>
                        </a:rPr>
                        <a:t>c</a:t>
                      </a:r>
                      <a:r>
                        <a:rPr lang="en-US" sz="600">
                          <a:solidFill>
                            <a:srgbClr val="33424E"/>
                          </a:solidFill>
                          <a:effectLst/>
                          <a:latin typeface="+mj-lt"/>
                        </a:rPr>
                        <a:t>tivity reconciled to the refreshed LCL Service Catalogue and L3 taxonomy</a:t>
                      </a:r>
                    </a:p>
                    <a:p>
                      <a:pPr marL="0" marR="0" rtl="0" fontAlgn="t">
                        <a:spcAft>
                          <a:spcPts val="200"/>
                        </a:spcAft>
                        <a:buNone/>
                      </a:pPr>
                      <a:r>
                        <a:rPr lang="en-US" sz="600" b="1">
                          <a:solidFill>
                            <a:srgbClr val="33424E"/>
                          </a:solidFill>
                          <a:effectLst/>
                          <a:latin typeface="+mj-lt"/>
                        </a:rPr>
                        <a:t>GSC Organizational Design.</a:t>
                      </a:r>
                      <a:endParaRPr lang="en-US" sz="600" b="1">
                        <a:effectLst/>
                        <a:latin typeface="+mj-lt"/>
                      </a:endParaRPr>
                    </a:p>
                    <a:p>
                      <a:pPr marL="0" marR="0" rtl="0" fontAlgn="t">
                        <a:spcAft>
                          <a:spcPts val="200"/>
                        </a:spcAft>
                        <a:buNone/>
                      </a:pPr>
                      <a:r>
                        <a:rPr lang="en-US" sz="600" b="1">
                          <a:solidFill>
                            <a:srgbClr val="00243D"/>
                          </a:solidFill>
                          <a:effectLst/>
                          <a:latin typeface="+mj-lt"/>
                        </a:rPr>
                        <a:t>GSC site and hiring plan: </a:t>
                      </a:r>
                      <a:r>
                        <a:rPr lang="en-US" sz="600">
                          <a:solidFill>
                            <a:srgbClr val="33424E"/>
                          </a:solidFill>
                          <a:effectLst/>
                          <a:latin typeface="+mj-lt"/>
                        </a:rPr>
                        <a:t>LCL GSC proposed sites (under discussion: MNL, CNQ, BOM, MAA).</a:t>
                      </a:r>
                    </a:p>
                  </a:txBody>
                  <a:tcPr marL="24780" marR="24780" marT="24780" marB="247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 fontAlgn="t">
                        <a:spcAft>
                          <a:spcPts val="200"/>
                        </a:spcAft>
                        <a:buNone/>
                      </a:pPr>
                      <a:r>
                        <a:rPr lang="en-US" sz="600" b="1">
                          <a:solidFill>
                            <a:srgbClr val="1F6FA5"/>
                          </a:solidFill>
                          <a:effectLst/>
                          <a:latin typeface="+mj-lt"/>
                        </a:rPr>
                        <a:t>Nov 26 – Dec 26</a:t>
                      </a:r>
                      <a:r>
                        <a:rPr lang="en-US" sz="600">
                          <a:solidFill>
                            <a:srgbClr val="33424E"/>
                          </a:solidFill>
                          <a:effectLst/>
                          <a:latin typeface="+mj-lt"/>
                        </a:rPr>
                        <a:t> </a:t>
                      </a:r>
                      <a:br>
                        <a:rPr lang="en-US" sz="600">
                          <a:solidFill>
                            <a:srgbClr val="33424E"/>
                          </a:solidFill>
                          <a:effectLst/>
                          <a:latin typeface="+mj-lt"/>
                        </a:rPr>
                      </a:br>
                      <a:endParaRPr lang="en-US" sz="600">
                        <a:effectLst/>
                        <a:latin typeface="+mj-lt"/>
                      </a:endParaRPr>
                    </a:p>
                  </a:txBody>
                  <a:tcPr marL="24780" marR="24780" marT="24780" marB="247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marL="0" marR="0" rtl="0" fontAlgn="t">
                        <a:spcAft>
                          <a:spcPts val="200"/>
                        </a:spcAft>
                        <a:buNone/>
                      </a:pPr>
                      <a:r>
                        <a:rPr lang="en-US" sz="600" b="1">
                          <a:solidFill>
                            <a:srgbClr val="00243D"/>
                          </a:solidFill>
                          <a:effectLst/>
                          <a:latin typeface="+mj-lt"/>
                        </a:rPr>
                        <a:t>2 Plan → TG2</a:t>
                      </a:r>
                      <a:endParaRPr lang="en-US" sz="600">
                        <a:effectLst/>
                        <a:latin typeface="+mj-lt"/>
                      </a:endParaRPr>
                    </a:p>
                  </a:txBody>
                  <a:tcPr marL="24780" marR="24780" marT="24780" marB="247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 fontAlgn="t">
                        <a:spcAft>
                          <a:spcPts val="200"/>
                        </a:spcAft>
                        <a:buNone/>
                      </a:pPr>
                      <a:r>
                        <a:rPr lang="en-US" sz="600" b="1">
                          <a:solidFill>
                            <a:srgbClr val="00243D"/>
                          </a:solidFill>
                          <a:effectLst/>
                          <a:latin typeface="+mj-lt"/>
                        </a:rPr>
                        <a:t>Readiness prep: Site readiness </a:t>
                      </a:r>
                      <a:r>
                        <a:rPr lang="en-US" sz="600">
                          <a:solidFill>
                            <a:srgbClr val="33424E"/>
                          </a:solidFill>
                          <a:effectLst/>
                          <a:latin typeface="+mj-lt"/>
                        </a:rPr>
                        <a:t>(seats, laptops etc.), process documentation (SOPs, IOPs, CSOPs) and system access</a:t>
                      </a:r>
                      <a:endParaRPr lang="en-US" sz="600">
                        <a:effectLst/>
                        <a:latin typeface="+mj-lt"/>
                      </a:endParaRPr>
                    </a:p>
                    <a:p>
                      <a:pPr marL="0" marR="0" rtl="0" fontAlgn="t">
                        <a:spcAft>
                          <a:spcPts val="200"/>
                        </a:spcAft>
                        <a:buNone/>
                      </a:pPr>
                      <a:r>
                        <a:rPr lang="en-US" sz="600" b="1">
                          <a:solidFill>
                            <a:srgbClr val="00243D"/>
                          </a:solidFill>
                          <a:effectLst/>
                          <a:latin typeface="+mj-lt"/>
                        </a:rPr>
                        <a:t>Training and knowledge readiness framework: </a:t>
                      </a:r>
                      <a:r>
                        <a:rPr lang="en-US" sz="600">
                          <a:solidFill>
                            <a:srgbClr val="33424E"/>
                          </a:solidFill>
                          <a:effectLst/>
                          <a:latin typeface="+mj-lt"/>
                        </a:rPr>
                        <a:t>clear training standard covering foundations, CX processes, tools, customer orientation, market and process knowledge and handover</a:t>
                      </a:r>
                      <a:endParaRPr lang="en-US" sz="600">
                        <a:effectLst/>
                        <a:latin typeface="+mj-lt"/>
                      </a:endParaRPr>
                    </a:p>
                    <a:p>
                      <a:pPr marL="0" marR="0" rtl="0" fontAlgn="t">
                        <a:spcAft>
                          <a:spcPts val="200"/>
                        </a:spcAft>
                        <a:buNone/>
                      </a:pPr>
                      <a:r>
                        <a:rPr lang="en-US" sz="600" b="1">
                          <a:solidFill>
                            <a:srgbClr val="00243D"/>
                          </a:solidFill>
                          <a:effectLst/>
                          <a:latin typeface="+mj-lt"/>
                        </a:rPr>
                        <a:t>Ways of working : </a:t>
                      </a:r>
                      <a:r>
                        <a:rPr lang="en-US" sz="600" kern="1200">
                          <a:solidFill>
                            <a:srgbClr val="33424E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service and segment models, GSC and Area accountabilities, escalations, cadence and collaboration model</a:t>
                      </a:r>
                      <a:endParaRPr lang="en-US" sz="600" b="1">
                        <a:solidFill>
                          <a:srgbClr val="00243D"/>
                        </a:solidFill>
                        <a:effectLst/>
                        <a:latin typeface="+mj-lt"/>
                      </a:endParaRPr>
                    </a:p>
                    <a:p>
                      <a:pPr marL="0" marR="0" rtl="0" fontAlgn="t">
                        <a:spcAft>
                          <a:spcPts val="200"/>
                        </a:spcAft>
                        <a:buNone/>
                      </a:pPr>
                      <a:r>
                        <a:rPr lang="en-US" sz="600" b="1">
                          <a:solidFill>
                            <a:srgbClr val="00243D"/>
                          </a:solidFill>
                          <a:effectLst/>
                          <a:latin typeface="+mj-lt"/>
                        </a:rPr>
                        <a:t>Transition-wave plans: </a:t>
                      </a:r>
                      <a:r>
                        <a:rPr lang="en-US" sz="600" b="0">
                          <a:solidFill>
                            <a:srgbClr val="00243D"/>
                          </a:solidFill>
                          <a:effectLst/>
                          <a:latin typeface="+mj-lt"/>
                        </a:rPr>
                        <a:t>Area &amp; GSC to define </a:t>
                      </a:r>
                      <a:r>
                        <a:rPr lang="en-US" sz="600">
                          <a:solidFill>
                            <a:srgbClr val="33424E"/>
                          </a:solidFill>
                          <a:effectLst/>
                          <a:latin typeface="+mj-lt"/>
                        </a:rPr>
                        <a:t>work transition sequence (e.g. split in batches, in processes, or sub/geographies…). </a:t>
                      </a:r>
                    </a:p>
                    <a:p>
                      <a:pPr marL="0" marR="0" rtl="0" fontAlgn="t">
                        <a:spcAft>
                          <a:spcPts val="200"/>
                        </a:spcAft>
                        <a:buNone/>
                      </a:pPr>
                      <a:r>
                        <a:rPr lang="en-US" sz="600" b="1">
                          <a:solidFill>
                            <a:srgbClr val="00243D"/>
                          </a:solidFill>
                          <a:effectLst/>
                          <a:latin typeface="+mj-lt"/>
                        </a:rPr>
                        <a:t>KPI and baseline framework: </a:t>
                      </a:r>
                      <a:r>
                        <a:rPr lang="en-US" sz="600" b="0">
                          <a:solidFill>
                            <a:srgbClr val="33424E"/>
                          </a:solidFill>
                          <a:effectLst/>
                          <a:latin typeface="+mj-lt"/>
                        </a:rPr>
                        <a:t>B</a:t>
                      </a:r>
                      <a:r>
                        <a:rPr lang="en-US" sz="600">
                          <a:solidFill>
                            <a:srgbClr val="33424E"/>
                          </a:solidFill>
                          <a:effectLst/>
                          <a:latin typeface="+mj-lt"/>
                        </a:rPr>
                        <a:t>aselines for current performance (e.g. accuracy, timeliness, rework, compliance, invoice timeliness, data quality) for all processes to be transferred</a:t>
                      </a:r>
                      <a:endParaRPr lang="en-US" sz="600">
                        <a:effectLst/>
                        <a:latin typeface="+mj-lt"/>
                      </a:endParaRPr>
                    </a:p>
                  </a:txBody>
                  <a:tcPr marL="24780" marR="24780" marT="24780" marB="247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 fontAlgn="t">
                        <a:spcAft>
                          <a:spcPts val="200"/>
                        </a:spcAft>
                        <a:buNone/>
                      </a:pPr>
                      <a:r>
                        <a:rPr lang="en-US" sz="600" b="1">
                          <a:solidFill>
                            <a:srgbClr val="1F6FA5"/>
                          </a:solidFill>
                          <a:effectLst/>
                          <a:latin typeface="+mj-lt"/>
                        </a:rPr>
                        <a:t>Oct 26 – Feb 27</a:t>
                      </a:r>
                      <a:r>
                        <a:rPr lang="en-US" sz="600">
                          <a:solidFill>
                            <a:srgbClr val="33424E"/>
                          </a:solidFill>
                          <a:effectLst/>
                          <a:latin typeface="+mj-lt"/>
                        </a:rPr>
                        <a:t> </a:t>
                      </a:r>
                      <a:endParaRPr lang="en-US" sz="600">
                        <a:effectLst/>
                        <a:latin typeface="+mj-lt"/>
                      </a:endParaRPr>
                    </a:p>
                  </a:txBody>
                  <a:tcPr marL="24780" marR="24780" marT="24780" marB="247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marL="0" marR="0" rtl="0" fontAlgn="t">
                        <a:spcAft>
                          <a:spcPts val="200"/>
                        </a:spcAft>
                        <a:buNone/>
                      </a:pPr>
                      <a:r>
                        <a:rPr lang="en-US" sz="600" b="1">
                          <a:solidFill>
                            <a:srgbClr val="00243D"/>
                          </a:solidFill>
                          <a:effectLst/>
                          <a:latin typeface="+mj-lt"/>
                        </a:rPr>
                        <a:t>3 Execute → TG3</a:t>
                      </a:r>
                      <a:endParaRPr lang="en-US" sz="600">
                        <a:effectLst/>
                        <a:latin typeface="+mj-lt"/>
                      </a:endParaRPr>
                    </a:p>
                  </a:txBody>
                  <a:tcPr marL="24780" marR="24780" marT="24780" marB="247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 fontAlgn="t">
                        <a:spcAft>
                          <a:spcPts val="200"/>
                        </a:spcAft>
                        <a:buNone/>
                      </a:pPr>
                      <a:r>
                        <a:rPr lang="en-US" sz="600" b="1">
                          <a:solidFill>
                            <a:srgbClr val="00243D"/>
                          </a:solidFill>
                          <a:effectLst/>
                          <a:latin typeface="+mj-lt"/>
                        </a:rPr>
                        <a:t>Hiring </a:t>
                      </a:r>
                      <a:r>
                        <a:rPr lang="en-US" sz="600">
                          <a:solidFill>
                            <a:srgbClr val="33424E"/>
                          </a:solidFill>
                          <a:effectLst/>
                          <a:latin typeface="+mj-lt"/>
                        </a:rPr>
                        <a:t>team members, leaders and trainers recruited and onboarded per wave.</a:t>
                      </a:r>
                      <a:br>
                        <a:rPr lang="en-US" sz="600">
                          <a:solidFill>
                            <a:srgbClr val="33424E"/>
                          </a:solidFill>
                          <a:effectLst/>
                          <a:latin typeface="+mj-lt"/>
                        </a:rPr>
                      </a:br>
                      <a:r>
                        <a:rPr lang="en-US" sz="600" b="1">
                          <a:solidFill>
                            <a:srgbClr val="00243D"/>
                          </a:solidFill>
                          <a:effectLst/>
                          <a:latin typeface="+mj-lt"/>
                        </a:rPr>
                        <a:t>Training, knowledge transfer and work transfer.</a:t>
                      </a:r>
                      <a:endParaRPr lang="en-US" sz="600">
                        <a:effectLst/>
                        <a:latin typeface="+mj-lt"/>
                      </a:endParaRPr>
                    </a:p>
                  </a:txBody>
                  <a:tcPr marL="24780" marR="24780" marT="24780" marB="247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 fontAlgn="t">
                        <a:spcAft>
                          <a:spcPts val="200"/>
                        </a:spcAft>
                        <a:buNone/>
                      </a:pPr>
                      <a:r>
                        <a:rPr lang="en-US" sz="600" b="1">
                          <a:solidFill>
                            <a:srgbClr val="1F6FA5"/>
                          </a:solidFill>
                          <a:effectLst/>
                          <a:latin typeface="+mj-lt"/>
                        </a:rPr>
                        <a:t>Throughout 2027</a:t>
                      </a:r>
                      <a:r>
                        <a:rPr lang="en-US" sz="600">
                          <a:solidFill>
                            <a:srgbClr val="33424E"/>
                          </a:solidFill>
                          <a:effectLst/>
                          <a:latin typeface="+mj-lt"/>
                        </a:rPr>
                        <a:t> </a:t>
                      </a:r>
                      <a:endParaRPr lang="en-US" sz="600">
                        <a:effectLst/>
                        <a:latin typeface="+mj-lt"/>
                      </a:endParaRPr>
                    </a:p>
                  </a:txBody>
                  <a:tcPr marL="24780" marR="24780" marT="24780" marB="247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marL="0" marR="0" rtl="0" fontAlgn="t">
                        <a:spcAft>
                          <a:spcPts val="200"/>
                        </a:spcAft>
                        <a:buNone/>
                      </a:pPr>
                      <a:r>
                        <a:rPr lang="en-US" sz="600" b="1">
                          <a:solidFill>
                            <a:srgbClr val="00243D"/>
                          </a:solidFill>
                          <a:effectLst/>
                          <a:latin typeface="+mj-lt"/>
                        </a:rPr>
                        <a:t>4 Monitor &amp; Control → TG4</a:t>
                      </a:r>
                      <a:endParaRPr lang="en-US" sz="600">
                        <a:effectLst/>
                        <a:latin typeface="+mj-lt"/>
                      </a:endParaRPr>
                    </a:p>
                  </a:txBody>
                  <a:tcPr marL="24780" marR="24780" marT="24780" marB="247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 fontAlgn="t">
                        <a:spcAft>
                          <a:spcPts val="200"/>
                        </a:spcAft>
                        <a:buNone/>
                      </a:pPr>
                      <a:r>
                        <a:rPr lang="en-US" sz="600" b="1">
                          <a:solidFill>
                            <a:srgbClr val="00243D"/>
                          </a:solidFill>
                          <a:effectLst/>
                          <a:latin typeface="+mj-lt"/>
                        </a:rPr>
                        <a:t>Hypercare exit per wave: </a:t>
                      </a:r>
                      <a:r>
                        <a:rPr lang="en-US" sz="600">
                          <a:solidFill>
                            <a:srgbClr val="33424E"/>
                          </a:solidFill>
                          <a:effectLst/>
                          <a:latin typeface="+mj-lt"/>
                        </a:rPr>
                        <a:t>per exit criteria and extended if not met</a:t>
                      </a:r>
                      <a:endParaRPr lang="en-US" sz="600">
                        <a:effectLst/>
                        <a:latin typeface="+mj-lt"/>
                      </a:endParaRPr>
                    </a:p>
                  </a:txBody>
                  <a:tcPr marL="24780" marR="24780" marT="24780" marB="247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 fontAlgn="t">
                        <a:spcAft>
                          <a:spcPts val="200"/>
                        </a:spcAft>
                        <a:buNone/>
                      </a:pPr>
                      <a:r>
                        <a:rPr lang="en-US" sz="600" b="1" kern="1200">
                          <a:solidFill>
                            <a:srgbClr val="1F6FA5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Throughout 2027 – Q1 2028</a:t>
                      </a:r>
                      <a:r>
                        <a:rPr lang="en-US" sz="600" kern="1200">
                          <a:solidFill>
                            <a:srgbClr val="33424E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6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4780" marR="24780" marT="24780" marB="247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marL="0" marR="0" rtl="0" fontAlgn="t">
                        <a:spcAft>
                          <a:spcPts val="200"/>
                        </a:spcAft>
                        <a:buNone/>
                      </a:pPr>
                      <a:r>
                        <a:rPr lang="en-US" sz="600" b="1">
                          <a:solidFill>
                            <a:srgbClr val="00243D"/>
                          </a:solidFill>
                          <a:effectLst/>
                          <a:latin typeface="+mj-lt"/>
                        </a:rPr>
                        <a:t>5 Closure → TG5</a:t>
                      </a:r>
                      <a:endParaRPr lang="en-US" sz="600">
                        <a:effectLst/>
                        <a:latin typeface="+mj-lt"/>
                      </a:endParaRPr>
                    </a:p>
                  </a:txBody>
                  <a:tcPr marL="24780" marR="24780" marT="24780" marB="247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 fontAlgn="t">
                        <a:spcAft>
                          <a:spcPts val="200"/>
                        </a:spcAft>
                        <a:buNone/>
                      </a:pPr>
                      <a:r>
                        <a:rPr lang="en-US" sz="600" b="1">
                          <a:solidFill>
                            <a:srgbClr val="00243D"/>
                          </a:solidFill>
                          <a:effectLst/>
                          <a:latin typeface="+mj-lt"/>
                        </a:rPr>
                        <a:t>Area PID release plan</a:t>
                      </a:r>
                      <a:br>
                        <a:rPr lang="en-US" sz="600">
                          <a:solidFill>
                            <a:srgbClr val="33424E"/>
                          </a:solidFill>
                          <a:effectLst/>
                          <a:latin typeface="+mj-lt"/>
                        </a:rPr>
                      </a:br>
                      <a:r>
                        <a:rPr lang="en-US" sz="600" b="1">
                          <a:solidFill>
                            <a:srgbClr val="00243D"/>
                          </a:solidFill>
                          <a:effectLst/>
                          <a:latin typeface="+mj-lt"/>
                        </a:rPr>
                        <a:t>Benefits tracking: </a:t>
                      </a:r>
                      <a:r>
                        <a:rPr lang="en-US" sz="600">
                          <a:solidFill>
                            <a:srgbClr val="33424E"/>
                          </a:solidFill>
                          <a:effectLst/>
                          <a:latin typeface="+mj-lt"/>
                        </a:rPr>
                        <a:t>GSC productivity benefits, customer outcomes and annual offshoring targets</a:t>
                      </a:r>
                      <a:endParaRPr lang="en-US" sz="600">
                        <a:effectLst/>
                        <a:latin typeface="+mj-lt"/>
                      </a:endParaRPr>
                    </a:p>
                    <a:p>
                      <a:pPr marL="0" marR="0" rtl="0" fontAlgn="t">
                        <a:spcAft>
                          <a:spcPts val="200"/>
                        </a:spcAft>
                        <a:buNone/>
                      </a:pPr>
                      <a:r>
                        <a:rPr lang="en-US" sz="600" b="1">
                          <a:solidFill>
                            <a:srgbClr val="00243D"/>
                          </a:solidFill>
                          <a:effectLst/>
                          <a:latin typeface="+mj-lt"/>
                        </a:rPr>
                        <a:t>Automation: </a:t>
                      </a:r>
                      <a:r>
                        <a:rPr lang="en-US" sz="600">
                          <a:solidFill>
                            <a:srgbClr val="33424E"/>
                          </a:solidFill>
                          <a:effectLst/>
                          <a:latin typeface="+mj-lt"/>
                        </a:rPr>
                        <a:t>AI, automation and efficiency roadmap</a:t>
                      </a:r>
                      <a:endParaRPr lang="en-US" sz="600">
                        <a:effectLst/>
                        <a:latin typeface="+mj-lt"/>
                      </a:endParaRPr>
                    </a:p>
                  </a:txBody>
                  <a:tcPr marL="24780" marR="24780" marT="24780" marB="247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 fontAlgn="t">
                        <a:spcAft>
                          <a:spcPts val="200"/>
                        </a:spcAft>
                        <a:buNone/>
                      </a:pPr>
                      <a:r>
                        <a:rPr lang="en-US" sz="600" b="1" kern="1200">
                          <a:solidFill>
                            <a:srgbClr val="1F6FA5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Throughout 2027 – Q1 2028</a:t>
                      </a:r>
                      <a:r>
                        <a:rPr lang="en-US" sz="600" kern="1200">
                          <a:solidFill>
                            <a:srgbClr val="33424E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6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4780" marR="24780" marT="24780" marB="247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Rectangle 22">
            <a:extLst>
              <a:ext uri="{FF2B5EF4-FFF2-40B4-BE49-F238E27FC236}">
                <a16:creationId xmlns:a16="http://schemas.microsoft.com/office/drawing/2014/main" id="{DB390B2E-D3D9-7DFC-9FCF-9AFA931EEC28}"/>
              </a:ext>
            </a:extLst>
          </p:cNvPr>
          <p:cNvSpPr/>
          <p:nvPr/>
        </p:nvSpPr>
        <p:spPr>
          <a:xfrm>
            <a:off x="11395165" y="-7773"/>
            <a:ext cx="796835" cy="154688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37600" tIns="237600" rIns="237600" bIns="2376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ersk Text"/>
                <a:ea typeface="+mn-ea"/>
                <a:cs typeface="+mn-cs"/>
              </a:rPr>
              <a:t> v3.0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ersk Tex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43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E11EDD-1F3F-3C1D-1EAD-122C5E9C1EF9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0723274-8BB9-C013-9CE6-3AF9E6F842A1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2AFD4"/>
          </a:solidFill>
          <a:ln w="12700">
            <a:solidFill>
              <a:srgbClr val="42AF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1EA9444-C96F-3B48-5CE3-90D500C4452D}"/>
              </a:ext>
            </a:extLst>
          </p:cNvPr>
          <p:cNvSpPr/>
          <p:nvPr/>
        </p:nvSpPr>
        <p:spPr>
          <a:xfrm>
            <a:off x="658368" y="914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42AFD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WPM Pulse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924D015-226B-1011-280A-6A2B42B69F85}"/>
              </a:ext>
            </a:extLst>
          </p:cNvPr>
          <p:cNvSpPr/>
          <p:nvPr/>
        </p:nvSpPr>
        <p:spPr>
          <a:xfrm>
            <a:off x="658368" y="1508760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Project Charter Tile</a:t>
            </a:r>
            <a:endParaRPr kumimoji="0" lang="en-US" sz="3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B5C9896-3B5D-3601-E22E-85138F4789AB}"/>
              </a:ext>
            </a:extLst>
          </p:cNvPr>
          <p:cNvSpPr/>
          <p:nvPr/>
        </p:nvSpPr>
        <p:spPr>
          <a:xfrm>
            <a:off x="685800" y="295351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D5E8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Visual mock-ups to guide design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9C38BF6-CADD-E8D2-B700-7F7A444EC54C}"/>
              </a:ext>
            </a:extLst>
          </p:cNvPr>
          <p:cNvSpPr/>
          <p:nvPr/>
        </p:nvSpPr>
        <p:spPr>
          <a:xfrm>
            <a:off x="685800" y="59893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AFCA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Design concepts only • Illustrative data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39560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/>
          <p:nvPr/>
        </p:nvSpPr>
        <p:spPr>
          <a:xfrm>
            <a:off x="457200" y="201168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800" b="0" dirty="0">
                <a:solidFill>
                  <a:srgbClr val="000000"/>
                </a:solidFill>
                <a:latin typeface="Segoe UI"/>
                <a:cs typeface="Segoe UI"/>
              </a:rPr>
              <a:t>Project Charter (1 of 2)</a:t>
            </a:r>
          </a:p>
        </p:txBody>
      </p:sp>
      <p:sp>
        <p:nvSpPr>
          <p:cNvPr id="4" name="Subtitle"/>
          <p:cNvSpPr/>
          <p:nvPr/>
        </p:nvSpPr>
        <p:spPr>
          <a:xfrm>
            <a:off x="5486400" y="274320"/>
            <a:ext cx="612648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r">
              <a:buNone/>
            </a:pPr>
            <a:r>
              <a:rPr lang="en-US" sz="900" b="0" dirty="0">
                <a:solidFill>
                  <a:srgbClr val="6B7280"/>
                </a:solidFill>
                <a:latin typeface="Segoe UI"/>
                <a:cs typeface="Segoe UI"/>
              </a:rPr>
              <a:t>Mock-up  |  Built from data already in Pulse  |  Orange numbers map to the developer guide</a:t>
            </a:r>
          </a:p>
        </p:txBody>
      </p:sp>
      <p:sp>
        <p:nvSpPr>
          <p:cNvPr id="5" name="App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777240"/>
            <a:ext cx="11064240" cy="5897880"/>
          </a:xfrm>
          <a:prstGeom prst="rect">
            <a:avLst/>
          </a:prstGeom>
          <a:solidFill>
            <a:srgbClr val="F3F6FA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6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777240"/>
            <a:ext cx="110642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7" name="Search"/>
          <p:cNvSpPr/>
          <p:nvPr/>
        </p:nvSpPr>
        <p:spPr>
          <a:xfrm>
            <a:off x="731520" y="841248"/>
            <a:ext cx="3657600" cy="256032"/>
          </a:xfrm>
          <a:prstGeom prst="roundRect">
            <a:avLst>
              <a:gd name="adj" fmla="val 20000"/>
            </a:avLst>
          </a:prstGeom>
          <a:solidFill>
            <a:srgbClr val="F3F6FA"/>
          </a:solidFill>
          <a:ln w="9525">
            <a:solidFill>
              <a:srgbClr val="DDE3EC"/>
            </a:solidFill>
          </a:ln>
        </p:spPr>
        <p:txBody>
          <a:bodyPr wrap="square" lIns="91440" tIns="27432" rIns="91440" bIns="27432" rtlCol="0" anchor="ctr">
            <a:noAutofit/>
          </a:bodyPr>
          <a:lstStyle/>
          <a:p>
            <a:pPr algn="l">
              <a:buNone/>
            </a:pPr>
            <a:r>
              <a:rPr lang="en-US" sz="750" b="0" dirty="0">
                <a:solidFill>
                  <a:srgbClr val="6B7280"/>
                </a:solidFill>
                <a:latin typeface="Segoe UI"/>
                <a:cs typeface="Segoe UI"/>
              </a:rPr>
              <a:t>Search project, request, FTE ID...</a:t>
            </a:r>
          </a:p>
        </p:txBody>
      </p:sp>
      <p:sp>
        <p:nvSpPr>
          <p:cNvPr id="8" name="Avatar"/>
          <p:cNvSpPr/>
          <p:nvPr/>
        </p:nvSpPr>
        <p:spPr>
          <a:xfrm>
            <a:off x="10515600" y="841248"/>
            <a:ext cx="256032" cy="256032"/>
          </a:xfrm>
          <a:prstGeom prst="ellipse">
            <a:avLst/>
          </a:prstGeom>
          <a:solidFill>
            <a:srgbClr val="0B2A4A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FFFFFF"/>
                </a:solidFill>
                <a:latin typeface="Segoe UI"/>
                <a:cs typeface="Segoe UI"/>
              </a:rPr>
              <a:t>HJ</a:t>
            </a:r>
          </a:p>
        </p:txBody>
      </p:sp>
      <p:sp>
        <p:nvSpPr>
          <p:cNvPr id="9" name="User name"/>
          <p:cNvSpPr/>
          <p:nvPr/>
        </p:nvSpPr>
        <p:spPr>
          <a:xfrm>
            <a:off x="10808208" y="841248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H. Jacome</a:t>
            </a:r>
          </a:p>
        </p:txBody>
      </p:sp>
      <p:sp>
        <p:nvSpPr>
          <p:cNvPr id="10" name="Breadcrumb"/>
          <p:cNvSpPr/>
          <p:nvPr/>
        </p:nvSpPr>
        <p:spPr>
          <a:xfrm>
            <a:off x="731520" y="1371600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 dirty="0">
                <a:solidFill>
                  <a:srgbClr val="6B7280"/>
                </a:solidFill>
                <a:latin typeface="Segoe UI"/>
                <a:cs typeface="Segoe UI"/>
              </a:rPr>
              <a:t>Projects  &gt;  Ocean EU Hub Migration  &gt;  Project Charter</a:t>
            </a:r>
          </a:p>
        </p:txBody>
      </p:sp>
      <p:sp>
        <p:nvSpPr>
          <p:cNvPr id="11" name="Header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1554480"/>
            <a:ext cx="10698480" cy="56692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12" name="Page title"/>
          <p:cNvSpPr/>
          <p:nvPr/>
        </p:nvSpPr>
        <p:spPr>
          <a:xfrm>
            <a:off x="868680" y="1591056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1F2937"/>
                </a:solidFill>
                <a:latin typeface="Segoe UI"/>
                <a:cs typeface="Segoe UI"/>
              </a:rPr>
              <a:t>Project Charter</a:t>
            </a:r>
          </a:p>
        </p:txBody>
      </p:sp>
      <p:sp>
        <p:nvSpPr>
          <p:cNvPr id="13" name="Status chip"/>
          <p:cNvSpPr/>
          <p:nvPr/>
        </p:nvSpPr>
        <p:spPr>
          <a:xfrm>
            <a:off x="2331720" y="1645920"/>
            <a:ext cx="822960" cy="201168"/>
          </a:xfrm>
          <a:prstGeom prst="roundRect">
            <a:avLst>
              <a:gd name="adj" fmla="val 50000"/>
            </a:avLst>
          </a:prstGeom>
          <a:solidFill>
            <a:srgbClr val="EAF2FD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 dirty="0">
                <a:solidFill>
                  <a:srgbClr val="1565D8"/>
                </a:solidFill>
                <a:latin typeface="Segoe UI"/>
                <a:cs typeface="Segoe UI"/>
              </a:rPr>
              <a:t>IN PROGRESS</a:t>
            </a:r>
          </a:p>
        </p:txBody>
      </p:sp>
      <p:sp>
        <p:nvSpPr>
          <p:cNvPr id="14" name="Page subtitle"/>
          <p:cNvSpPr/>
          <p:nvPr/>
        </p:nvSpPr>
        <p:spPr>
          <a:xfrm>
            <a:off x="868680" y="1874519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0" dirty="0">
                <a:solidFill>
                  <a:srgbClr val="6B7280"/>
                </a:solidFill>
                <a:latin typeface="Segoe UI"/>
                <a:cs typeface="Segoe UI"/>
              </a:rPr>
              <a:t>Ocean EU Hub Migration  |  PRJ-2026-014  |  Phase: Initiate  |  Last saved 14 Oct 2026, 10:42</a:t>
            </a:r>
          </a:p>
        </p:txBody>
      </p:sp>
      <p:sp>
        <p:nvSpPr>
          <p:cNvPr id="15" name="Export button"/>
          <p:cNvSpPr/>
          <p:nvPr/>
        </p:nvSpPr>
        <p:spPr>
          <a:xfrm>
            <a:off x="9646920" y="1719072"/>
            <a:ext cx="73152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 dirty="0">
                <a:solidFill>
                  <a:srgbClr val="1F2937"/>
                </a:solidFill>
                <a:latin typeface="Segoe UI"/>
                <a:cs typeface="Segoe UI"/>
              </a:rPr>
              <a:t>Export</a:t>
            </a:r>
          </a:p>
        </p:txBody>
      </p:sp>
      <p:sp>
        <p:nvSpPr>
          <p:cNvPr id="16" name="Save draft button"/>
          <p:cNvSpPr/>
          <p:nvPr/>
        </p:nvSpPr>
        <p:spPr>
          <a:xfrm>
            <a:off x="10469880" y="1719072"/>
            <a:ext cx="82296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1565D8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 dirty="0">
                <a:solidFill>
                  <a:srgbClr val="1565D8"/>
                </a:solidFill>
                <a:latin typeface="Segoe UI"/>
                <a:cs typeface="Segoe UI"/>
              </a:rPr>
              <a:t>Save draft</a:t>
            </a:r>
          </a:p>
        </p:txBody>
      </p:sp>
      <p:sp>
        <p:nvSpPr>
          <p:cNvPr id="17" name="Export one-pager button"/>
          <p:cNvSpPr/>
          <p:nvPr/>
        </p:nvSpPr>
        <p:spPr>
          <a:xfrm>
            <a:off x="8366760" y="1719072"/>
            <a:ext cx="118872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 dirty="0">
                <a:solidFill>
                  <a:srgbClr val="1F2937"/>
                </a:solidFill>
                <a:latin typeface="Segoe UI"/>
                <a:cs typeface="Segoe UI"/>
              </a:rPr>
              <a:t>Export one-pager</a:t>
            </a:r>
          </a:p>
        </p:txBody>
      </p:sp>
      <p:sp>
        <p:nvSpPr>
          <p:cNvPr id="18" name="Leadership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2240280"/>
            <a:ext cx="10698480" cy="8686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19" name="Callout 1" descr="Callout 1 - see developer guide"/>
          <p:cNvSpPr/>
          <p:nvPr/>
        </p:nvSpPr>
        <p:spPr>
          <a:xfrm>
            <a:off x="868680" y="2313432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20" name="Section 1 title"/>
          <p:cNvSpPr/>
          <p:nvPr/>
        </p:nvSpPr>
        <p:spPr>
          <a:xfrm>
            <a:off x="1124712" y="2286000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000" b="1" dirty="0">
                <a:solidFill>
                  <a:srgbClr val="1F2937"/>
                </a:solidFill>
                <a:latin typeface="Segoe UI"/>
                <a:cs typeface="Segoe UI"/>
              </a:rPr>
              <a:t>Leadership</a:t>
            </a:r>
          </a:p>
        </p:txBody>
      </p:sp>
      <p:sp>
        <p:nvSpPr>
          <p:cNvPr id="21" name="Source chip 1"/>
          <p:cNvSpPr/>
          <p:nvPr/>
        </p:nvSpPr>
        <p:spPr>
          <a:xfrm>
            <a:off x="2331720" y="2322576"/>
            <a:ext cx="1568195" cy="182880"/>
          </a:xfrm>
          <a:prstGeom prst="roundRect">
            <a:avLst>
              <a:gd name="adj" fmla="val 50000"/>
            </a:avLst>
          </a:prstGeom>
          <a:solidFill>
            <a:srgbClr val="EAF2FD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 dirty="0">
                <a:solidFill>
                  <a:srgbClr val="1565D8"/>
                </a:solidFill>
                <a:latin typeface="Segoe UI"/>
                <a:cs typeface="Segoe UI"/>
              </a:rPr>
              <a:t>FROM STAKEHOLDER REGISTRATION</a:t>
            </a:r>
          </a:p>
        </p:txBody>
      </p:sp>
      <p:sp>
        <p:nvSpPr>
          <p:cNvPr id="22" name="Version chip"/>
          <p:cNvSpPr/>
          <p:nvPr/>
        </p:nvSpPr>
        <p:spPr>
          <a:xfrm>
            <a:off x="10561320" y="2322576"/>
            <a:ext cx="731520" cy="182880"/>
          </a:xfrm>
          <a:prstGeom prst="roundRect">
            <a:avLst>
              <a:gd name="adj" fmla="val 50000"/>
            </a:avLst>
          </a:prstGeom>
          <a:solidFill>
            <a:srgbClr val="FFF4E0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 dirty="0">
                <a:solidFill>
                  <a:srgbClr val="B26A00"/>
                </a:solidFill>
                <a:latin typeface="Segoe UI"/>
                <a:cs typeface="Segoe UI"/>
              </a:rPr>
              <a:t>v0.3  DRAFT</a:t>
            </a:r>
          </a:p>
        </p:txBody>
      </p:sp>
      <p:sp>
        <p:nvSpPr>
          <p:cNvPr id="23" name="Label Project sponsor"/>
          <p:cNvSpPr/>
          <p:nvPr/>
        </p:nvSpPr>
        <p:spPr>
          <a:xfrm>
            <a:off x="868680" y="2615184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PROJECT SPONSOR</a:t>
            </a:r>
          </a:p>
        </p:txBody>
      </p:sp>
      <p:sp>
        <p:nvSpPr>
          <p:cNvPr id="24" name="Value Project sponsor"/>
          <p:cNvSpPr/>
          <p:nvPr/>
        </p:nvSpPr>
        <p:spPr>
          <a:xfrm>
            <a:off x="868680" y="2779776"/>
            <a:ext cx="1691640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0" dirty="0">
                <a:solidFill>
                  <a:srgbClr val="1F2937"/>
                </a:solidFill>
                <a:latin typeface="Segoe UI"/>
                <a:cs typeface="Segoe UI"/>
              </a:rPr>
              <a:t>A. Kristensen</a:t>
            </a:r>
          </a:p>
        </p:txBody>
      </p:sp>
      <p:sp>
        <p:nvSpPr>
          <p:cNvPr id="25" name="Label ELT sponsor"/>
          <p:cNvSpPr/>
          <p:nvPr/>
        </p:nvSpPr>
        <p:spPr>
          <a:xfrm>
            <a:off x="2624328" y="2615184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ELT SPONSOR</a:t>
            </a:r>
          </a:p>
        </p:txBody>
      </p:sp>
      <p:sp>
        <p:nvSpPr>
          <p:cNvPr id="26" name="Value ELT sponsor"/>
          <p:cNvSpPr/>
          <p:nvPr/>
        </p:nvSpPr>
        <p:spPr>
          <a:xfrm>
            <a:off x="2624328" y="2779776"/>
            <a:ext cx="1691640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1" dirty="0">
                <a:solidFill>
                  <a:srgbClr val="C62828"/>
                </a:solidFill>
                <a:latin typeface="Segoe UI"/>
                <a:cs typeface="Segoe UI"/>
              </a:rPr>
              <a:t>Not assigned</a:t>
            </a:r>
          </a:p>
        </p:txBody>
      </p:sp>
      <p:sp>
        <p:nvSpPr>
          <p:cNvPr id="27" name="Label Area POC (lead)"/>
          <p:cNvSpPr/>
          <p:nvPr/>
        </p:nvSpPr>
        <p:spPr>
          <a:xfrm>
            <a:off x="4379976" y="2615184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AREA POC (LEAD)</a:t>
            </a:r>
          </a:p>
        </p:txBody>
      </p:sp>
      <p:sp>
        <p:nvSpPr>
          <p:cNvPr id="28" name="Value Area POC (lead)"/>
          <p:cNvSpPr/>
          <p:nvPr/>
        </p:nvSpPr>
        <p:spPr>
          <a:xfrm>
            <a:off x="4379976" y="2779776"/>
            <a:ext cx="1691640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0" dirty="0">
                <a:solidFill>
                  <a:srgbClr val="1F2937"/>
                </a:solidFill>
                <a:latin typeface="Segoe UI"/>
                <a:cs typeface="Segoe UI"/>
              </a:rPr>
              <a:t>M. Hansen</a:t>
            </a:r>
          </a:p>
        </p:txBody>
      </p:sp>
      <p:sp>
        <p:nvSpPr>
          <p:cNvPr id="29" name="Label GSC lead (GSC Head-1)"/>
          <p:cNvSpPr/>
          <p:nvPr/>
        </p:nvSpPr>
        <p:spPr>
          <a:xfrm>
            <a:off x="6135624" y="2615184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GSC LEAD (GSC HEAD-1)</a:t>
            </a:r>
          </a:p>
        </p:txBody>
      </p:sp>
      <p:sp>
        <p:nvSpPr>
          <p:cNvPr id="30" name="Value GSC lead (GSC Head-1)"/>
          <p:cNvSpPr/>
          <p:nvPr/>
        </p:nvSpPr>
        <p:spPr>
          <a:xfrm>
            <a:off x="6135624" y="2779776"/>
            <a:ext cx="1691640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0" dirty="0">
                <a:solidFill>
                  <a:srgbClr val="1F2937"/>
                </a:solidFill>
                <a:latin typeface="Segoe UI"/>
                <a:cs typeface="Segoe UI"/>
              </a:rPr>
              <a:t>V. Rao</a:t>
            </a:r>
          </a:p>
        </p:txBody>
      </p:sp>
      <p:sp>
        <p:nvSpPr>
          <p:cNvPr id="31" name="Label GPL"/>
          <p:cNvSpPr/>
          <p:nvPr/>
        </p:nvSpPr>
        <p:spPr>
          <a:xfrm>
            <a:off x="7891271" y="2615184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GPL</a:t>
            </a:r>
          </a:p>
        </p:txBody>
      </p:sp>
      <p:sp>
        <p:nvSpPr>
          <p:cNvPr id="32" name="Value GPL"/>
          <p:cNvSpPr/>
          <p:nvPr/>
        </p:nvSpPr>
        <p:spPr>
          <a:xfrm>
            <a:off x="7891271" y="2779776"/>
            <a:ext cx="1691640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0" dirty="0">
                <a:solidFill>
                  <a:srgbClr val="1F2937"/>
                </a:solidFill>
                <a:latin typeface="Segoe UI"/>
                <a:cs typeface="Segoe UI"/>
              </a:rPr>
              <a:t>K. Shah</a:t>
            </a:r>
          </a:p>
        </p:txBody>
      </p:sp>
      <p:sp>
        <p:nvSpPr>
          <p:cNvPr id="33" name="Label WPM focal"/>
          <p:cNvSpPr/>
          <p:nvPr/>
        </p:nvSpPr>
        <p:spPr>
          <a:xfrm>
            <a:off x="9646919" y="2615184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WPM FOCAL</a:t>
            </a:r>
          </a:p>
        </p:txBody>
      </p:sp>
      <p:sp>
        <p:nvSpPr>
          <p:cNvPr id="34" name="Value WPM focal"/>
          <p:cNvSpPr/>
          <p:nvPr/>
        </p:nvSpPr>
        <p:spPr>
          <a:xfrm>
            <a:off x="9646919" y="2779776"/>
            <a:ext cx="1691640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0" dirty="0">
                <a:solidFill>
                  <a:srgbClr val="1F2937"/>
                </a:solidFill>
                <a:latin typeface="Segoe UI"/>
                <a:cs typeface="Segoe UI"/>
              </a:rPr>
              <a:t>H. Jacome</a:t>
            </a:r>
          </a:p>
        </p:txBody>
      </p:sp>
      <p:sp>
        <p:nvSpPr>
          <p:cNvPr id="35" name="Vision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3200400"/>
            <a:ext cx="10698480" cy="960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36" name="Callout 2" descr="Callout 2 - see developer guide"/>
          <p:cNvSpPr/>
          <p:nvPr/>
        </p:nvSpPr>
        <p:spPr>
          <a:xfrm>
            <a:off x="868680" y="3273551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37" name="Section 2 title"/>
          <p:cNvSpPr/>
          <p:nvPr/>
        </p:nvSpPr>
        <p:spPr>
          <a:xfrm>
            <a:off x="1124712" y="324612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000" b="1" dirty="0">
                <a:solidFill>
                  <a:srgbClr val="1F2937"/>
                </a:solidFill>
                <a:latin typeface="Segoe UI"/>
                <a:cs typeface="Segoe UI"/>
              </a:rPr>
              <a:t>Desired outcome / vision</a:t>
            </a:r>
          </a:p>
        </p:txBody>
      </p:sp>
      <p:sp>
        <p:nvSpPr>
          <p:cNvPr id="38" name="Source chip 2"/>
          <p:cNvSpPr/>
          <p:nvPr/>
        </p:nvSpPr>
        <p:spPr>
          <a:xfrm>
            <a:off x="2971800" y="3282696"/>
            <a:ext cx="1618488" cy="182880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 dirty="0">
                <a:solidFill>
                  <a:srgbClr val="1E8E3E"/>
                </a:solidFill>
                <a:latin typeface="Segoe UI"/>
                <a:cs typeface="Segoe UI"/>
              </a:rPr>
              <a:t>CHARTER-OWNED  |  AUTO-DRAFTED</a:t>
            </a:r>
          </a:p>
        </p:txBody>
      </p:sp>
      <p:sp>
        <p:nvSpPr>
          <p:cNvPr id="39" name="Regenerate button"/>
          <p:cNvSpPr/>
          <p:nvPr/>
        </p:nvSpPr>
        <p:spPr>
          <a:xfrm>
            <a:off x="9098280" y="3264408"/>
            <a:ext cx="123444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 dirty="0">
                <a:solidFill>
                  <a:srgbClr val="1F2937"/>
                </a:solidFill>
                <a:latin typeface="Segoe UI"/>
                <a:cs typeface="Segoe UI"/>
              </a:rPr>
              <a:t>Regenerate draft</a:t>
            </a:r>
          </a:p>
        </p:txBody>
      </p:sp>
      <p:sp>
        <p:nvSpPr>
          <p:cNvPr id="40" name="Edit vision button"/>
          <p:cNvSpPr/>
          <p:nvPr/>
        </p:nvSpPr>
        <p:spPr>
          <a:xfrm>
            <a:off x="10424160" y="3264408"/>
            <a:ext cx="86868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1565D8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 dirty="0">
                <a:solidFill>
                  <a:srgbClr val="1565D8"/>
                </a:solidFill>
                <a:latin typeface="Segoe UI"/>
                <a:cs typeface="Segoe UI"/>
              </a:rPr>
              <a:t>Edit</a:t>
            </a:r>
          </a:p>
        </p:txBody>
      </p:sp>
      <p:sp>
        <p:nvSpPr>
          <p:cNvPr id="41" name="Vision text"/>
          <p:cNvSpPr/>
          <p:nvPr/>
        </p:nvSpPr>
        <p:spPr>
          <a:xfrm>
            <a:off x="868680" y="3566160"/>
            <a:ext cx="1042416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91440" tIns="27432" rIns="91440" bIns="27432" rtlCol="0" anchor="ctr">
            <a:noAutofit/>
          </a:bodyPr>
          <a:lstStyle/>
          <a:p>
            <a:pPr algn="l">
              <a:buNone/>
            </a:pPr>
            <a:r>
              <a:rPr lang="en-US" sz="850" b="0" dirty="0">
                <a:solidFill>
                  <a:srgbClr val="1F2937"/>
                </a:solidFill>
                <a:latin typeface="Segoe UI"/>
                <a:cs typeface="Segoe UI"/>
              </a:rPr>
              <a:t>Migrate 98 FTE of Ocean order-to-cash and documentation work from Copenhagen to GSC Mumbai between Feb and Jun 2027 without service disruption, delivering a recurring annual benefit of $6.78M and a standard process across EUR trades.</a:t>
            </a:r>
          </a:p>
        </p:txBody>
      </p:sp>
      <p:sp>
        <p:nvSpPr>
          <p:cNvPr id="42" name="Facts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4251960"/>
            <a:ext cx="10698480" cy="98755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43" name="Callout 3" descr="Callout 3 - see developer guide"/>
          <p:cNvSpPr/>
          <p:nvPr/>
        </p:nvSpPr>
        <p:spPr>
          <a:xfrm>
            <a:off x="868680" y="4325112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44" name="Section 3 title"/>
          <p:cNvSpPr/>
          <p:nvPr/>
        </p:nvSpPr>
        <p:spPr>
          <a:xfrm>
            <a:off x="1124712" y="429768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000" b="1" dirty="0">
                <a:solidFill>
                  <a:srgbClr val="1F2937"/>
                </a:solidFill>
                <a:latin typeface="Segoe UI"/>
                <a:cs typeface="Segoe UI"/>
              </a:rPr>
              <a:t>Key facts</a:t>
            </a:r>
          </a:p>
        </p:txBody>
      </p:sp>
      <p:sp>
        <p:nvSpPr>
          <p:cNvPr id="45" name="Source chip 3"/>
          <p:cNvSpPr/>
          <p:nvPr/>
        </p:nvSpPr>
        <p:spPr>
          <a:xfrm>
            <a:off x="2057400" y="4334256"/>
            <a:ext cx="2574036" cy="18288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FROM INTAKE + SCOPE + BUSINESS CASE  |  READ-ONLY</a:t>
            </a:r>
          </a:p>
        </p:txBody>
      </p:sp>
      <p:sp>
        <p:nvSpPr>
          <p:cNvPr id="46" name="Fact Migration type"/>
          <p:cNvSpPr/>
          <p:nvPr/>
        </p:nvSpPr>
        <p:spPr>
          <a:xfrm>
            <a:off x="868680" y="4599432"/>
            <a:ext cx="1673352" cy="530352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9525">
            <a:solidFill>
              <a:srgbClr val="DDE3EC"/>
            </a:solidFill>
          </a:ln>
        </p:spPr>
        <p:txBody>
          <a:bodyPr wrap="square" lIns="73152" tIns="27432" rIns="73152" bIns="27432" rtlCol="0" anchor="t">
            <a:noAutofit/>
          </a:bodyPr>
          <a:lstStyle/>
          <a:p>
            <a:pPr algn="l">
              <a:buNone/>
            </a:pPr>
            <a:r>
              <a:rPr lang="en-US" sz="600" b="1" dirty="0">
                <a:solidFill>
                  <a:srgbClr val="6B7280"/>
                </a:solidFill>
                <a:latin typeface="Segoe UI"/>
                <a:cs typeface="Segoe UI"/>
              </a:rPr>
              <a:t>MIGRATION TYPE</a:t>
            </a:r>
          </a:p>
          <a:p>
            <a:pPr algn="l">
              <a:spcBef>
                <a:spcPts val="150"/>
              </a:spcBef>
              <a:buNone/>
            </a:pPr>
            <a:r>
              <a:rPr lang="en-US" sz="950" b="1" dirty="0">
                <a:solidFill>
                  <a:srgbClr val="0B2A4A"/>
                </a:solidFill>
                <a:latin typeface="Segoe UI"/>
                <a:cs typeface="Segoe UI"/>
              </a:rPr>
              <a:t>1:1 migration</a:t>
            </a:r>
          </a:p>
          <a:p>
            <a:pPr algn="l">
              <a:buNone/>
            </a:pPr>
            <a:r>
              <a:rPr lang="en-US" sz="650" b="0" dirty="0">
                <a:solidFill>
                  <a:srgbClr val="6B7280"/>
                </a:solidFill>
                <a:latin typeface="Segoe UI"/>
                <a:cs typeface="Segoe UI"/>
              </a:rPr>
              <a:t>Intake</a:t>
            </a:r>
          </a:p>
        </p:txBody>
      </p:sp>
      <p:sp>
        <p:nvSpPr>
          <p:cNvPr id="47" name="Fact Function / process"/>
          <p:cNvSpPr/>
          <p:nvPr/>
        </p:nvSpPr>
        <p:spPr>
          <a:xfrm>
            <a:off x="2619756" y="4599432"/>
            <a:ext cx="1673352" cy="530352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9525">
            <a:solidFill>
              <a:srgbClr val="DDE3EC"/>
            </a:solidFill>
          </a:ln>
        </p:spPr>
        <p:txBody>
          <a:bodyPr wrap="square" lIns="73152" tIns="27432" rIns="73152" bIns="27432" rtlCol="0" anchor="t">
            <a:noAutofit/>
          </a:bodyPr>
          <a:lstStyle/>
          <a:p>
            <a:pPr algn="l">
              <a:buNone/>
            </a:pPr>
            <a:r>
              <a:rPr lang="en-US" sz="600" b="1" dirty="0">
                <a:solidFill>
                  <a:srgbClr val="6B7280"/>
                </a:solidFill>
                <a:latin typeface="Segoe UI"/>
                <a:cs typeface="Segoe UI"/>
              </a:rPr>
              <a:t>FUNCTION / PROCESS</a:t>
            </a:r>
          </a:p>
          <a:p>
            <a:pPr algn="l">
              <a:spcBef>
                <a:spcPts val="150"/>
              </a:spcBef>
              <a:buNone/>
            </a:pPr>
            <a:r>
              <a:rPr lang="en-US" sz="950" b="1" dirty="0">
                <a:solidFill>
                  <a:srgbClr val="0B2A4A"/>
                </a:solidFill>
                <a:latin typeface="Segoe UI"/>
                <a:cs typeface="Segoe UI"/>
              </a:rPr>
              <a:t>Ocean  |  O2C &amp; docs</a:t>
            </a:r>
          </a:p>
          <a:p>
            <a:pPr algn="l">
              <a:buNone/>
            </a:pPr>
            <a:r>
              <a:rPr lang="en-US" sz="650" b="0" dirty="0">
                <a:solidFill>
                  <a:srgbClr val="6B7280"/>
                </a:solidFill>
                <a:latin typeface="Segoe UI"/>
                <a:cs typeface="Segoe UI"/>
              </a:rPr>
              <a:t>Intake</a:t>
            </a:r>
          </a:p>
        </p:txBody>
      </p:sp>
      <p:sp>
        <p:nvSpPr>
          <p:cNvPr id="48" name="Fact Route"/>
          <p:cNvSpPr/>
          <p:nvPr/>
        </p:nvSpPr>
        <p:spPr>
          <a:xfrm>
            <a:off x="4370832" y="4599432"/>
            <a:ext cx="1673352" cy="530352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9525">
            <a:solidFill>
              <a:srgbClr val="DDE3EC"/>
            </a:solidFill>
          </a:ln>
        </p:spPr>
        <p:txBody>
          <a:bodyPr wrap="square" lIns="73152" tIns="27432" rIns="73152" bIns="27432" rtlCol="0" anchor="t">
            <a:noAutofit/>
          </a:bodyPr>
          <a:lstStyle/>
          <a:p>
            <a:pPr algn="l">
              <a:buNone/>
            </a:pPr>
            <a:r>
              <a:rPr lang="en-US" sz="600" b="1" dirty="0">
                <a:solidFill>
                  <a:srgbClr val="6B7280"/>
                </a:solidFill>
                <a:latin typeface="Segoe UI"/>
                <a:cs typeface="Segoe UI"/>
              </a:rPr>
              <a:t>ROUTE</a:t>
            </a:r>
          </a:p>
          <a:p>
            <a:pPr algn="l">
              <a:spcBef>
                <a:spcPts val="150"/>
              </a:spcBef>
              <a:buNone/>
            </a:pPr>
            <a:r>
              <a:rPr lang="en-US" sz="950" b="1" dirty="0">
                <a:solidFill>
                  <a:srgbClr val="0B2A4A"/>
                </a:solidFill>
                <a:latin typeface="Segoe UI"/>
                <a:cs typeface="Segoe UI"/>
              </a:rPr>
              <a:t>Copenhagen &gt; Mumbai</a:t>
            </a:r>
          </a:p>
          <a:p>
            <a:pPr algn="l">
              <a:buNone/>
            </a:pPr>
            <a:r>
              <a:rPr lang="en-US" sz="650" b="0" dirty="0">
                <a:solidFill>
                  <a:srgbClr val="6B7280"/>
                </a:solidFill>
                <a:latin typeface="Segoe UI"/>
                <a:cs typeface="Segoe UI"/>
              </a:rPr>
              <a:t>Intake</a:t>
            </a:r>
          </a:p>
        </p:txBody>
      </p:sp>
      <p:sp>
        <p:nvSpPr>
          <p:cNvPr id="49" name="Fact Final FTE (locked)"/>
          <p:cNvSpPr/>
          <p:nvPr/>
        </p:nvSpPr>
        <p:spPr>
          <a:xfrm>
            <a:off x="6121908" y="4599432"/>
            <a:ext cx="1673352" cy="530352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9525">
            <a:solidFill>
              <a:srgbClr val="DDE3EC"/>
            </a:solidFill>
          </a:ln>
        </p:spPr>
        <p:txBody>
          <a:bodyPr wrap="square" lIns="73152" tIns="27432" rIns="73152" bIns="27432" rtlCol="0" anchor="t">
            <a:noAutofit/>
          </a:bodyPr>
          <a:lstStyle/>
          <a:p>
            <a:pPr algn="l">
              <a:buNone/>
            </a:pPr>
            <a:r>
              <a:rPr lang="en-US" sz="600" b="1" dirty="0">
                <a:solidFill>
                  <a:srgbClr val="6B7280"/>
                </a:solidFill>
                <a:latin typeface="Segoe UI"/>
                <a:cs typeface="Segoe UI"/>
              </a:rPr>
              <a:t>FINAL FTE (LOCKED)</a:t>
            </a:r>
          </a:p>
          <a:p>
            <a:pPr algn="l">
              <a:spcBef>
                <a:spcPts val="150"/>
              </a:spcBef>
              <a:buNone/>
            </a:pPr>
            <a:r>
              <a:rPr lang="en-US" sz="950" b="1" dirty="0">
                <a:solidFill>
                  <a:srgbClr val="0B2A4A"/>
                </a:solidFill>
                <a:latin typeface="Segoe UI"/>
                <a:cs typeface="Segoe UI"/>
              </a:rPr>
              <a:t>98 FTE</a:t>
            </a:r>
          </a:p>
          <a:p>
            <a:pPr algn="l">
              <a:buNone/>
            </a:pPr>
            <a:r>
              <a:rPr lang="en-US" sz="650" b="0" dirty="0">
                <a:solidFill>
                  <a:srgbClr val="6B7280"/>
                </a:solidFill>
                <a:latin typeface="Segoe UI"/>
                <a:cs typeface="Segoe UI"/>
              </a:rPr>
              <a:t>Scope Statement</a:t>
            </a:r>
          </a:p>
        </p:txBody>
      </p:sp>
      <p:sp>
        <p:nvSpPr>
          <p:cNvPr id="50" name="Fact Timeline"/>
          <p:cNvSpPr/>
          <p:nvPr/>
        </p:nvSpPr>
        <p:spPr>
          <a:xfrm>
            <a:off x="7872983" y="4599432"/>
            <a:ext cx="1673352" cy="530352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9525">
            <a:solidFill>
              <a:srgbClr val="DDE3EC"/>
            </a:solidFill>
          </a:ln>
        </p:spPr>
        <p:txBody>
          <a:bodyPr wrap="square" lIns="73152" tIns="27432" rIns="73152" bIns="27432" rtlCol="0" anchor="t">
            <a:noAutofit/>
          </a:bodyPr>
          <a:lstStyle/>
          <a:p>
            <a:pPr algn="l">
              <a:buNone/>
            </a:pPr>
            <a:r>
              <a:rPr lang="en-US" sz="600" b="1" dirty="0">
                <a:solidFill>
                  <a:srgbClr val="6B7280"/>
                </a:solidFill>
                <a:latin typeface="Segoe UI"/>
                <a:cs typeface="Segoe UI"/>
              </a:rPr>
              <a:t>TIMELINE</a:t>
            </a:r>
          </a:p>
          <a:p>
            <a:pPr algn="l">
              <a:spcBef>
                <a:spcPts val="150"/>
              </a:spcBef>
              <a:buNone/>
            </a:pPr>
            <a:r>
              <a:rPr lang="en-US" sz="950" b="1" dirty="0">
                <a:solidFill>
                  <a:srgbClr val="0B2A4A"/>
                </a:solidFill>
                <a:latin typeface="Segoe UI"/>
                <a:cs typeface="Segoe UI"/>
              </a:rPr>
              <a:t>Feb - Jun 2027</a:t>
            </a:r>
          </a:p>
          <a:p>
            <a:pPr algn="l">
              <a:buNone/>
            </a:pPr>
            <a:r>
              <a:rPr lang="en-US" sz="650" b="0" dirty="0">
                <a:solidFill>
                  <a:srgbClr val="6B7280"/>
                </a:solidFill>
                <a:latin typeface="Segoe UI"/>
                <a:cs typeface="Segoe UI"/>
              </a:rPr>
              <a:t>Intake / Scope waves</a:t>
            </a:r>
          </a:p>
        </p:txBody>
      </p:sp>
      <p:sp>
        <p:nvSpPr>
          <p:cNvPr id="51" name="Fact Recurring benefit"/>
          <p:cNvSpPr/>
          <p:nvPr/>
        </p:nvSpPr>
        <p:spPr>
          <a:xfrm>
            <a:off x="9624059" y="4599432"/>
            <a:ext cx="1673352" cy="530352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9525">
            <a:solidFill>
              <a:srgbClr val="DDE3EC"/>
            </a:solidFill>
          </a:ln>
        </p:spPr>
        <p:txBody>
          <a:bodyPr wrap="square" lIns="73152" tIns="27432" rIns="73152" bIns="27432" rtlCol="0" anchor="t">
            <a:noAutofit/>
          </a:bodyPr>
          <a:lstStyle/>
          <a:p>
            <a:pPr algn="l">
              <a:buNone/>
            </a:pPr>
            <a:r>
              <a:rPr lang="en-US" sz="600" b="1" dirty="0">
                <a:solidFill>
                  <a:srgbClr val="6B7280"/>
                </a:solidFill>
                <a:latin typeface="Segoe UI"/>
                <a:cs typeface="Segoe UI"/>
              </a:rPr>
              <a:t>RECURRING BENEFIT</a:t>
            </a:r>
          </a:p>
          <a:p>
            <a:pPr algn="l">
              <a:spcBef>
                <a:spcPts val="150"/>
              </a:spcBef>
              <a:buNone/>
            </a:pPr>
            <a:r>
              <a:rPr lang="en-US" sz="950" b="1" dirty="0">
                <a:solidFill>
                  <a:srgbClr val="0B2A4A"/>
                </a:solidFill>
                <a:latin typeface="Segoe UI"/>
                <a:cs typeface="Segoe UI"/>
              </a:rPr>
              <a:t>$6.78M  |  3.5 mo</a:t>
            </a:r>
          </a:p>
          <a:p>
            <a:pPr algn="l">
              <a:buNone/>
            </a:pPr>
            <a:r>
              <a:rPr lang="en-US" sz="650" b="0" dirty="0">
                <a:solidFill>
                  <a:srgbClr val="6B7280"/>
                </a:solidFill>
                <a:latin typeface="Segoe UI"/>
                <a:cs typeface="Segoe UI"/>
              </a:rPr>
              <a:t>Business Case</a:t>
            </a:r>
          </a:p>
        </p:txBody>
      </p:sp>
      <p:sp>
        <p:nvSpPr>
          <p:cNvPr id="52" name="Scope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5330952"/>
            <a:ext cx="10698480" cy="1271016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53" name="Callout 4" descr="Callout 4 - see developer guide"/>
          <p:cNvSpPr/>
          <p:nvPr/>
        </p:nvSpPr>
        <p:spPr>
          <a:xfrm>
            <a:off x="868680" y="5404104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54" name="Section 4 title"/>
          <p:cNvSpPr/>
          <p:nvPr/>
        </p:nvSpPr>
        <p:spPr>
          <a:xfrm>
            <a:off x="1124712" y="5376672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000" b="1" dirty="0">
                <a:solidFill>
                  <a:srgbClr val="1F2937"/>
                </a:solidFill>
                <a:latin typeface="Segoe UI"/>
                <a:cs typeface="Segoe UI"/>
              </a:rPr>
              <a:t>Scope</a:t>
            </a:r>
          </a:p>
        </p:txBody>
      </p:sp>
      <p:sp>
        <p:nvSpPr>
          <p:cNvPr id="55" name="Source chip 4"/>
          <p:cNvSpPr/>
          <p:nvPr/>
        </p:nvSpPr>
        <p:spPr>
          <a:xfrm>
            <a:off x="1691640" y="5413248"/>
            <a:ext cx="1316736" cy="18288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FROM SCOPE  |  READ-ONLY</a:t>
            </a:r>
          </a:p>
        </p:txBody>
      </p:sp>
      <p:sp>
        <p:nvSpPr>
          <p:cNvPr id="56" name="Scope col IN SCOPE"/>
          <p:cNvSpPr/>
          <p:nvPr/>
        </p:nvSpPr>
        <p:spPr>
          <a:xfrm>
            <a:off x="868680" y="5669280"/>
            <a:ext cx="4572000" cy="8686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t">
            <a:noAutofit/>
          </a:bodyPr>
          <a:lstStyle/>
          <a:p>
            <a:pPr algn="l"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IN SCOPE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98 FTE moving from Copenhagen to GSC Mumbai (JL2 58, JL3 30, JL4 10)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Booking amendments, documentation validation, invoicing support (EUR trades)</a:t>
            </a:r>
          </a:p>
        </p:txBody>
      </p:sp>
      <p:sp>
        <p:nvSpPr>
          <p:cNvPr id="57" name="Scope col OUT OF SCOPE"/>
          <p:cNvSpPr/>
          <p:nvPr/>
        </p:nvSpPr>
        <p:spPr>
          <a:xfrm>
            <a:off x="5623560" y="5669280"/>
            <a:ext cx="2743200" cy="8686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t">
            <a:noAutofit/>
          </a:bodyPr>
          <a:lstStyle/>
          <a:p>
            <a:pPr algn="l"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OUT OF SCOPE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Customer escalations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Local customs filing</a:t>
            </a:r>
          </a:p>
        </p:txBody>
      </p:sp>
      <p:sp>
        <p:nvSpPr>
          <p:cNvPr id="58" name="Scope col ASSUMPTIONS"/>
          <p:cNvSpPr/>
          <p:nvPr/>
        </p:nvSpPr>
        <p:spPr>
          <a:xfrm>
            <a:off x="8503919" y="5669280"/>
            <a:ext cx="2743200" cy="8686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t">
            <a:noAutofit/>
          </a:bodyPr>
          <a:lstStyle/>
          <a:p>
            <a:pPr algn="l"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ASSUMPTIONS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Volumes stable at FY2026 levels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English-only processes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/>
          <p:nvPr/>
        </p:nvSpPr>
        <p:spPr>
          <a:xfrm>
            <a:off x="457200" y="201168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800" b="0" dirty="0">
                <a:solidFill>
                  <a:srgbClr val="000000"/>
                </a:solidFill>
                <a:latin typeface="Segoe UI"/>
                <a:cs typeface="Segoe UI"/>
              </a:rPr>
              <a:t>Project Charter (2 of 2)</a:t>
            </a:r>
          </a:p>
        </p:txBody>
      </p:sp>
      <p:sp>
        <p:nvSpPr>
          <p:cNvPr id="4" name="Subtitle"/>
          <p:cNvSpPr/>
          <p:nvPr/>
        </p:nvSpPr>
        <p:spPr>
          <a:xfrm>
            <a:off x="5486400" y="274320"/>
            <a:ext cx="612648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r">
              <a:buNone/>
            </a:pPr>
            <a:r>
              <a:rPr lang="en-US" sz="900" b="0" dirty="0">
                <a:solidFill>
                  <a:srgbClr val="6B7280"/>
                </a:solidFill>
                <a:latin typeface="Segoe UI"/>
                <a:cs typeface="Segoe UI"/>
              </a:rPr>
              <a:t>Mock-up  |  Same page, scrolled to deliverables, risks, timeline and sign-off</a:t>
            </a:r>
          </a:p>
        </p:txBody>
      </p:sp>
      <p:sp>
        <p:nvSpPr>
          <p:cNvPr id="5" name="App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777240"/>
            <a:ext cx="11064240" cy="5897880"/>
          </a:xfrm>
          <a:prstGeom prst="rect">
            <a:avLst/>
          </a:prstGeom>
          <a:solidFill>
            <a:srgbClr val="F3F6FA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6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777240"/>
            <a:ext cx="110642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7" name="Search"/>
          <p:cNvSpPr/>
          <p:nvPr/>
        </p:nvSpPr>
        <p:spPr>
          <a:xfrm>
            <a:off x="731520" y="841248"/>
            <a:ext cx="3657600" cy="256032"/>
          </a:xfrm>
          <a:prstGeom prst="roundRect">
            <a:avLst>
              <a:gd name="adj" fmla="val 20000"/>
            </a:avLst>
          </a:prstGeom>
          <a:solidFill>
            <a:srgbClr val="F3F6FA"/>
          </a:solidFill>
          <a:ln w="9525">
            <a:solidFill>
              <a:srgbClr val="DDE3EC"/>
            </a:solidFill>
          </a:ln>
        </p:spPr>
        <p:txBody>
          <a:bodyPr wrap="square" lIns="91440" tIns="27432" rIns="91440" bIns="27432" rtlCol="0" anchor="ctr">
            <a:noAutofit/>
          </a:bodyPr>
          <a:lstStyle/>
          <a:p>
            <a:pPr algn="l">
              <a:buNone/>
            </a:pPr>
            <a:r>
              <a:rPr lang="en-US" sz="750" b="0" dirty="0">
                <a:solidFill>
                  <a:srgbClr val="6B7280"/>
                </a:solidFill>
                <a:latin typeface="Segoe UI"/>
                <a:cs typeface="Segoe UI"/>
              </a:rPr>
              <a:t>Search project, request, FTE ID...</a:t>
            </a:r>
          </a:p>
        </p:txBody>
      </p:sp>
      <p:sp>
        <p:nvSpPr>
          <p:cNvPr id="8" name="Avatar"/>
          <p:cNvSpPr/>
          <p:nvPr/>
        </p:nvSpPr>
        <p:spPr>
          <a:xfrm>
            <a:off x="10515600" y="841248"/>
            <a:ext cx="256032" cy="256032"/>
          </a:xfrm>
          <a:prstGeom prst="ellipse">
            <a:avLst/>
          </a:prstGeom>
          <a:solidFill>
            <a:srgbClr val="0B2A4A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FFFFFF"/>
                </a:solidFill>
                <a:latin typeface="Segoe UI"/>
                <a:cs typeface="Segoe UI"/>
              </a:rPr>
              <a:t>HJ</a:t>
            </a:r>
          </a:p>
        </p:txBody>
      </p:sp>
      <p:sp>
        <p:nvSpPr>
          <p:cNvPr id="9" name="User name"/>
          <p:cNvSpPr/>
          <p:nvPr/>
        </p:nvSpPr>
        <p:spPr>
          <a:xfrm>
            <a:off x="10808208" y="841248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H. Jacome</a:t>
            </a:r>
          </a:p>
        </p:txBody>
      </p:sp>
      <p:sp>
        <p:nvSpPr>
          <p:cNvPr id="10" name="Breadcrumb"/>
          <p:cNvSpPr/>
          <p:nvPr/>
        </p:nvSpPr>
        <p:spPr>
          <a:xfrm>
            <a:off x="731520" y="1371600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 dirty="0">
                <a:solidFill>
                  <a:srgbClr val="6B7280"/>
                </a:solidFill>
                <a:latin typeface="Segoe UI"/>
                <a:cs typeface="Segoe UI"/>
              </a:rPr>
              <a:t>Projects  &gt;  Ocean EU Hub Migration  &gt;  Project Charter</a:t>
            </a:r>
          </a:p>
        </p:txBody>
      </p:sp>
      <p:sp>
        <p:nvSpPr>
          <p:cNvPr id="11" name="Header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1554480"/>
            <a:ext cx="10698480" cy="56692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12" name="Page title"/>
          <p:cNvSpPr/>
          <p:nvPr/>
        </p:nvSpPr>
        <p:spPr>
          <a:xfrm>
            <a:off x="868680" y="1591056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1F2937"/>
                </a:solidFill>
                <a:latin typeface="Segoe UI"/>
                <a:cs typeface="Segoe UI"/>
              </a:rPr>
              <a:t>Project Charter</a:t>
            </a:r>
          </a:p>
        </p:txBody>
      </p:sp>
      <p:sp>
        <p:nvSpPr>
          <p:cNvPr id="13" name="Status chip"/>
          <p:cNvSpPr/>
          <p:nvPr/>
        </p:nvSpPr>
        <p:spPr>
          <a:xfrm>
            <a:off x="2331720" y="1645920"/>
            <a:ext cx="822960" cy="201168"/>
          </a:xfrm>
          <a:prstGeom prst="roundRect">
            <a:avLst>
              <a:gd name="adj" fmla="val 50000"/>
            </a:avLst>
          </a:prstGeom>
          <a:solidFill>
            <a:srgbClr val="EAF2FD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 dirty="0">
                <a:solidFill>
                  <a:srgbClr val="1565D8"/>
                </a:solidFill>
                <a:latin typeface="Segoe UI"/>
                <a:cs typeface="Segoe UI"/>
              </a:rPr>
              <a:t>IN PROGRESS</a:t>
            </a:r>
          </a:p>
        </p:txBody>
      </p:sp>
      <p:sp>
        <p:nvSpPr>
          <p:cNvPr id="14" name="Page subtitle"/>
          <p:cNvSpPr/>
          <p:nvPr/>
        </p:nvSpPr>
        <p:spPr>
          <a:xfrm>
            <a:off x="868680" y="1874519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0" dirty="0">
                <a:solidFill>
                  <a:srgbClr val="6B7280"/>
                </a:solidFill>
                <a:latin typeface="Segoe UI"/>
                <a:cs typeface="Segoe UI"/>
              </a:rPr>
              <a:t>Ocean EU Hub Migration  |  PRJ-2026-014  |  Phase: Initiate  |  Last saved 14 Oct 2026, 10:42</a:t>
            </a:r>
          </a:p>
        </p:txBody>
      </p:sp>
      <p:sp>
        <p:nvSpPr>
          <p:cNvPr id="15" name="Export button"/>
          <p:cNvSpPr/>
          <p:nvPr/>
        </p:nvSpPr>
        <p:spPr>
          <a:xfrm>
            <a:off x="9646920" y="1719072"/>
            <a:ext cx="73152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 dirty="0">
                <a:solidFill>
                  <a:srgbClr val="1F2937"/>
                </a:solidFill>
                <a:latin typeface="Segoe UI"/>
                <a:cs typeface="Segoe UI"/>
              </a:rPr>
              <a:t>Export</a:t>
            </a:r>
          </a:p>
        </p:txBody>
      </p:sp>
      <p:sp>
        <p:nvSpPr>
          <p:cNvPr id="16" name="Save draft button"/>
          <p:cNvSpPr/>
          <p:nvPr/>
        </p:nvSpPr>
        <p:spPr>
          <a:xfrm>
            <a:off x="10469880" y="1719072"/>
            <a:ext cx="82296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1565D8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 dirty="0">
                <a:solidFill>
                  <a:srgbClr val="1565D8"/>
                </a:solidFill>
                <a:latin typeface="Segoe UI"/>
                <a:cs typeface="Segoe UI"/>
              </a:rPr>
              <a:t>Save draft</a:t>
            </a:r>
          </a:p>
        </p:txBody>
      </p:sp>
      <p:sp>
        <p:nvSpPr>
          <p:cNvPr id="17" name="Export one-pager button"/>
          <p:cNvSpPr/>
          <p:nvPr/>
        </p:nvSpPr>
        <p:spPr>
          <a:xfrm>
            <a:off x="8366760" y="1719072"/>
            <a:ext cx="118872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 dirty="0">
                <a:solidFill>
                  <a:srgbClr val="1F2937"/>
                </a:solidFill>
                <a:latin typeface="Segoe UI"/>
                <a:cs typeface="Segoe UI"/>
              </a:rPr>
              <a:t>Export one-pager</a:t>
            </a:r>
          </a:p>
        </p:txBody>
      </p:sp>
      <p:sp>
        <p:nvSpPr>
          <p:cNvPr id="18" name="Deliverables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2240280"/>
            <a:ext cx="10698480" cy="2286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19" name="Callout 5" descr="Callout 5 - see developer guide"/>
          <p:cNvSpPr/>
          <p:nvPr/>
        </p:nvSpPr>
        <p:spPr>
          <a:xfrm>
            <a:off x="868680" y="2313432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Segoe UI"/>
                <a:cs typeface="Segoe UI"/>
              </a:rPr>
              <a:t>5</a:t>
            </a:r>
          </a:p>
        </p:txBody>
      </p:sp>
      <p:sp>
        <p:nvSpPr>
          <p:cNvPr id="20" name="Section 5 title"/>
          <p:cNvSpPr/>
          <p:nvPr/>
        </p:nvSpPr>
        <p:spPr>
          <a:xfrm>
            <a:off x="1124712" y="228600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000" b="1" dirty="0">
                <a:solidFill>
                  <a:srgbClr val="1F2937"/>
                </a:solidFill>
                <a:latin typeface="Segoe UI"/>
                <a:cs typeface="Segoe UI"/>
              </a:rPr>
              <a:t>Key deliverables by phase</a:t>
            </a:r>
          </a:p>
        </p:txBody>
      </p:sp>
      <p:sp>
        <p:nvSpPr>
          <p:cNvPr id="21" name="Source chip 5"/>
          <p:cNvSpPr/>
          <p:nvPr/>
        </p:nvSpPr>
        <p:spPr>
          <a:xfrm>
            <a:off x="2971800" y="2322576"/>
            <a:ext cx="1970532" cy="18288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STANDARD TEMPLATE  |  DATES FROM PLAN</a:t>
            </a:r>
          </a:p>
        </p:txBody>
      </p:sp>
      <p:sp>
        <p:nvSpPr>
          <p:cNvPr id="22" name="Add note button"/>
          <p:cNvSpPr/>
          <p:nvPr/>
        </p:nvSpPr>
        <p:spPr>
          <a:xfrm>
            <a:off x="10287000" y="2304288"/>
            <a:ext cx="100584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1565D8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 dirty="0">
                <a:solidFill>
                  <a:srgbClr val="1565D8"/>
                </a:solidFill>
                <a:latin typeface="Segoe UI"/>
                <a:cs typeface="Segoe UI"/>
              </a:rPr>
              <a:t>+ Add note</a:t>
            </a:r>
          </a:p>
        </p:txBody>
      </p:sp>
      <p:graphicFrame>
        <p:nvGraphicFramePr>
          <p:cNvPr id="23" name="Deliverables table" descr="Key deliverables per phase and tollgate with timeline and statu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6149579"/>
              </p:ext>
            </p:extLst>
          </p:nvPr>
        </p:nvGraphicFramePr>
        <p:xfrm>
          <a:off x="868680" y="2624328"/>
          <a:ext cx="10424160" cy="1792224"/>
        </p:xfrm>
        <a:graphic>
          <a:graphicData uri="http://schemas.openxmlformats.org/drawingml/2006/table">
            <a:tbl>
              <a:tblPr firstRow="1" bandRow="1"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Phase &gt; tollgate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Migration deliverables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Timeline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1 Initiate &gt; TG1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Opportunity assessment approved; scope and final FTE locked; business case approved; governance and integrated plan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Oct - Nov 2026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1E8E3E"/>
                          </a:solidFill>
                          <a:latin typeface="Segoe UI"/>
                          <a:cs typeface="Segoe UI"/>
                        </a:rPr>
                        <a:t>Complete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2 Plan &gt; TG2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Site readiness (seats, laptops, access); SOPs / IOPs; training and KT framework; wave plans; KPI baselines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Nov 2026 - Jan 2027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1565D8"/>
                          </a:solidFill>
                          <a:latin typeface="Segoe UI"/>
                          <a:cs typeface="Segoe UI"/>
                        </a:rPr>
                        <a:t>In progress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3 Execute &gt; TG3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Hiring and onboarding per wave; training, knowledge transfer and work transfer (W1 Feb, W2 Apr 2027)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Feb - Jun 2027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6B7280"/>
                          </a:solidFill>
                          <a:latin typeface="Segoe UI"/>
                          <a:cs typeface="Segoe UI"/>
                        </a:rPr>
                        <a:t>Not started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4 Monitor &amp; control &gt; TG4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Hypercare exit per wave against exit criteria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Mar - Jul 2027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6B7280"/>
                          </a:solidFill>
                          <a:latin typeface="Segoe UI"/>
                          <a:cs typeface="Segoe UI"/>
                        </a:rPr>
                        <a:t>Not started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5 Closure &gt; TG5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Area position release; benefits tracking; automation roadmap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Aug 2027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6B7280"/>
                          </a:solidFill>
                          <a:latin typeface="Segoe UI"/>
                          <a:cs typeface="Segoe UI"/>
                        </a:rPr>
                        <a:t>Not started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" name="Risks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4617720"/>
            <a:ext cx="3520440" cy="198424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25" name="Callout 6" descr="Callout 6 - see developer guide"/>
          <p:cNvSpPr/>
          <p:nvPr/>
        </p:nvSpPr>
        <p:spPr>
          <a:xfrm>
            <a:off x="868680" y="4690872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Segoe UI"/>
                <a:cs typeface="Segoe UI"/>
              </a:rPr>
              <a:t>6</a:t>
            </a:r>
          </a:p>
        </p:txBody>
      </p:sp>
      <p:sp>
        <p:nvSpPr>
          <p:cNvPr id="26" name="Section 6 title"/>
          <p:cNvSpPr/>
          <p:nvPr/>
        </p:nvSpPr>
        <p:spPr>
          <a:xfrm>
            <a:off x="1124712" y="466344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000" b="1" dirty="0">
                <a:solidFill>
                  <a:srgbClr val="1F2937"/>
                </a:solidFill>
                <a:latin typeface="Segoe UI"/>
                <a:cs typeface="Segoe UI"/>
              </a:rPr>
              <a:t>Risks &amp; dependencies</a:t>
            </a:r>
          </a:p>
        </p:txBody>
      </p:sp>
      <p:sp>
        <p:nvSpPr>
          <p:cNvPr id="27" name="Source chip 6"/>
          <p:cNvSpPr/>
          <p:nvPr/>
        </p:nvSpPr>
        <p:spPr>
          <a:xfrm>
            <a:off x="2606040" y="4700016"/>
            <a:ext cx="1014983" cy="18288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FROM BUSINESS CASE</a:t>
            </a:r>
          </a:p>
        </p:txBody>
      </p:sp>
      <p:sp>
        <p:nvSpPr>
          <p:cNvPr id="28" name="Risks text"/>
          <p:cNvSpPr/>
          <p:nvPr/>
        </p:nvSpPr>
        <p:spPr>
          <a:xfrm>
            <a:off x="868680" y="4956048"/>
            <a:ext cx="3291840" cy="1600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t">
            <a:noAutofit/>
          </a:bodyPr>
          <a:lstStyle/>
          <a:p>
            <a:pPr algn="l"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RISKS</a:t>
            </a:r>
          </a:p>
          <a:p>
            <a:pPr marL="114300" indent="-114300" algn="l">
              <a:spcBef>
                <a:spcPts val="120"/>
              </a:spcBef>
              <a:buFont typeface="Arial"/>
              <a:buChar char="•"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KT capacity in Copenhagen during peak (Medium)</a:t>
            </a:r>
          </a:p>
          <a:p>
            <a:pPr marL="114300" indent="-114300" algn="l">
              <a:spcBef>
                <a:spcPts val="120"/>
              </a:spcBef>
              <a:buFont typeface="Arial"/>
              <a:buChar char="•"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Mumbai hiring for JL4 roles (High)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DEPENDENCIES</a:t>
            </a:r>
          </a:p>
          <a:p>
            <a:pPr marL="114300" indent="-114300" algn="l">
              <a:spcBef>
                <a:spcPts val="120"/>
              </a:spcBef>
              <a:buFont typeface="Arial"/>
              <a:buChar char="•"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Documentation system access for GSC</a:t>
            </a:r>
          </a:p>
          <a:p>
            <a:pPr marL="114300" indent="-114300" algn="l">
              <a:spcBef>
                <a:spcPts val="120"/>
              </a:spcBef>
              <a:buFont typeface="Arial"/>
              <a:buChar char="•"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Site readiness in Mumbai before Wave 1</a:t>
            </a:r>
          </a:p>
        </p:txBody>
      </p:sp>
      <p:sp>
        <p:nvSpPr>
          <p:cNvPr id="29" name="Timeline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43400" y="4617720"/>
            <a:ext cx="3520440" cy="198424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30" name="Callout 7" descr="Callout 7 - see developer guide"/>
          <p:cNvSpPr/>
          <p:nvPr/>
        </p:nvSpPr>
        <p:spPr>
          <a:xfrm>
            <a:off x="4480560" y="4690872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Segoe UI"/>
                <a:cs typeface="Segoe UI"/>
              </a:rPr>
              <a:t>7</a:t>
            </a:r>
          </a:p>
        </p:txBody>
      </p:sp>
      <p:sp>
        <p:nvSpPr>
          <p:cNvPr id="31" name="Section 7 title"/>
          <p:cNvSpPr/>
          <p:nvPr/>
        </p:nvSpPr>
        <p:spPr>
          <a:xfrm>
            <a:off x="4736592" y="466344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000" b="1" dirty="0">
                <a:solidFill>
                  <a:srgbClr val="1F2937"/>
                </a:solidFill>
                <a:latin typeface="Segoe UI"/>
                <a:cs typeface="Segoe UI"/>
              </a:rPr>
              <a:t>FTE timeline</a:t>
            </a:r>
          </a:p>
        </p:txBody>
      </p:sp>
      <p:sp>
        <p:nvSpPr>
          <p:cNvPr id="32" name="Source chip 7"/>
          <p:cNvSpPr/>
          <p:nvPr/>
        </p:nvSpPr>
        <p:spPr>
          <a:xfrm>
            <a:off x="5669280" y="4700016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FROM SCOPE WAVES</a:t>
            </a:r>
          </a:p>
        </p:txBody>
      </p:sp>
      <p:sp>
        <p:nvSpPr>
          <p:cNvPr id="33" name="Bar value Q4'26"/>
          <p:cNvSpPr/>
          <p:nvPr/>
        </p:nvSpPr>
        <p:spPr>
          <a:xfrm>
            <a:off x="4617720" y="585216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 dirty="0">
                <a:solidFill>
                  <a:srgbClr val="1F2937"/>
                </a:solidFill>
                <a:latin typeface="Segoe UI"/>
                <a:cs typeface="Segoe UI"/>
              </a:rPr>
              <a:t>0</a:t>
            </a:r>
          </a:p>
        </p:txBody>
      </p:sp>
      <p:sp>
        <p:nvSpPr>
          <p:cNvPr id="34" name="Bar label Q4'26"/>
          <p:cNvSpPr/>
          <p:nvPr/>
        </p:nvSpPr>
        <p:spPr>
          <a:xfrm>
            <a:off x="4617720" y="6089904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00" b="0" dirty="0">
                <a:solidFill>
                  <a:srgbClr val="6B7280"/>
                </a:solidFill>
                <a:latin typeface="Segoe UI"/>
                <a:cs typeface="Segoe UI"/>
              </a:rPr>
              <a:t>Q4'26</a:t>
            </a:r>
          </a:p>
        </p:txBody>
      </p:sp>
      <p:sp>
        <p:nvSpPr>
          <p:cNvPr id="35" name="Bar Q1'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40680" y="5138928"/>
            <a:ext cx="457200" cy="914400"/>
          </a:xfrm>
          <a:prstGeom prst="rect">
            <a:avLst/>
          </a:prstGeom>
          <a:solidFill>
            <a:srgbClr val="1565D8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36" name="Bar value Q1'27"/>
          <p:cNvSpPr/>
          <p:nvPr/>
        </p:nvSpPr>
        <p:spPr>
          <a:xfrm>
            <a:off x="5349240" y="493776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 dirty="0">
                <a:solidFill>
                  <a:srgbClr val="1F2937"/>
                </a:solidFill>
                <a:latin typeface="Segoe UI"/>
                <a:cs typeface="Segoe UI"/>
              </a:rPr>
              <a:t>50</a:t>
            </a:r>
          </a:p>
        </p:txBody>
      </p:sp>
      <p:sp>
        <p:nvSpPr>
          <p:cNvPr id="37" name="Bar label Q1'27"/>
          <p:cNvSpPr/>
          <p:nvPr/>
        </p:nvSpPr>
        <p:spPr>
          <a:xfrm>
            <a:off x="5349240" y="6089904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00" b="0" dirty="0">
                <a:solidFill>
                  <a:srgbClr val="6B7280"/>
                </a:solidFill>
                <a:latin typeface="Segoe UI"/>
                <a:cs typeface="Segoe UI"/>
              </a:rPr>
              <a:t>Q1'27</a:t>
            </a:r>
          </a:p>
        </p:txBody>
      </p:sp>
      <p:sp>
        <p:nvSpPr>
          <p:cNvPr id="38" name="Bar Q2'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72200" y="5175504"/>
            <a:ext cx="457200" cy="877824"/>
          </a:xfrm>
          <a:prstGeom prst="rect">
            <a:avLst/>
          </a:prstGeom>
          <a:solidFill>
            <a:srgbClr val="1565D8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39" name="Bar value Q2'27"/>
          <p:cNvSpPr/>
          <p:nvPr/>
        </p:nvSpPr>
        <p:spPr>
          <a:xfrm>
            <a:off x="6080760" y="4974336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 dirty="0">
                <a:solidFill>
                  <a:srgbClr val="1F2937"/>
                </a:solidFill>
                <a:latin typeface="Segoe UI"/>
                <a:cs typeface="Segoe UI"/>
              </a:rPr>
              <a:t>48</a:t>
            </a:r>
          </a:p>
        </p:txBody>
      </p:sp>
      <p:sp>
        <p:nvSpPr>
          <p:cNvPr id="40" name="Bar label Q2'27"/>
          <p:cNvSpPr/>
          <p:nvPr/>
        </p:nvSpPr>
        <p:spPr>
          <a:xfrm>
            <a:off x="6080760" y="6089904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00" b="0" dirty="0">
                <a:solidFill>
                  <a:srgbClr val="6B7280"/>
                </a:solidFill>
                <a:latin typeface="Segoe UI"/>
                <a:cs typeface="Segoe UI"/>
              </a:rPr>
              <a:t>Q2'27</a:t>
            </a:r>
          </a:p>
        </p:txBody>
      </p:sp>
      <p:sp>
        <p:nvSpPr>
          <p:cNvPr id="41" name="Bar value Q3'27"/>
          <p:cNvSpPr/>
          <p:nvPr/>
        </p:nvSpPr>
        <p:spPr>
          <a:xfrm>
            <a:off x="6812280" y="585216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 dirty="0">
                <a:solidFill>
                  <a:srgbClr val="1F2937"/>
                </a:solidFill>
                <a:latin typeface="Segoe UI"/>
                <a:cs typeface="Segoe UI"/>
              </a:rPr>
              <a:t>0</a:t>
            </a:r>
          </a:p>
        </p:txBody>
      </p:sp>
      <p:sp>
        <p:nvSpPr>
          <p:cNvPr id="42" name="Bar label Q3'27"/>
          <p:cNvSpPr/>
          <p:nvPr/>
        </p:nvSpPr>
        <p:spPr>
          <a:xfrm>
            <a:off x="6812280" y="6089904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00" b="0" dirty="0">
                <a:solidFill>
                  <a:srgbClr val="6B7280"/>
                </a:solidFill>
                <a:latin typeface="Segoe UI"/>
                <a:cs typeface="Segoe UI"/>
              </a:rPr>
              <a:t>Q3'27</a:t>
            </a:r>
          </a:p>
        </p:txBody>
      </p:sp>
      <p:sp>
        <p:nvSpPr>
          <p:cNvPr id="43" name="Axi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17720" y="6053328"/>
            <a:ext cx="2926080" cy="9144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44" name="Timeline total"/>
          <p:cNvSpPr/>
          <p:nvPr/>
        </p:nvSpPr>
        <p:spPr>
          <a:xfrm>
            <a:off x="4617720" y="6309360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 dirty="0">
                <a:solidFill>
                  <a:srgbClr val="6B7280"/>
                </a:solidFill>
                <a:latin typeface="Segoe UI"/>
                <a:cs typeface="Segoe UI"/>
              </a:rPr>
              <a:t>Total 98 FTE  |  W1 Feb 2027: 50  |  W2 Apr 2027: 48</a:t>
            </a:r>
          </a:p>
        </p:txBody>
      </p:sp>
      <p:sp>
        <p:nvSpPr>
          <p:cNvPr id="45" name="Success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55279" y="4617720"/>
            <a:ext cx="3474720" cy="198424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46" name="Callout 8" descr="Callout 8 - see developer guide"/>
          <p:cNvSpPr/>
          <p:nvPr/>
        </p:nvSpPr>
        <p:spPr>
          <a:xfrm>
            <a:off x="8092440" y="4690872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Segoe UI"/>
                <a:cs typeface="Segoe UI"/>
              </a:rPr>
              <a:t>8</a:t>
            </a:r>
          </a:p>
        </p:txBody>
      </p:sp>
      <p:sp>
        <p:nvSpPr>
          <p:cNvPr id="47" name="Section 8 title"/>
          <p:cNvSpPr/>
          <p:nvPr/>
        </p:nvSpPr>
        <p:spPr>
          <a:xfrm>
            <a:off x="8348471" y="466344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000" b="1" dirty="0">
                <a:solidFill>
                  <a:srgbClr val="1F2937"/>
                </a:solidFill>
                <a:latin typeface="Segoe UI"/>
                <a:cs typeface="Segoe UI"/>
              </a:rPr>
              <a:t>Success criteria &amp; sign-off</a:t>
            </a:r>
          </a:p>
        </p:txBody>
      </p:sp>
      <p:sp>
        <p:nvSpPr>
          <p:cNvPr id="48" name="Source chip 8"/>
          <p:cNvSpPr/>
          <p:nvPr/>
        </p:nvSpPr>
        <p:spPr>
          <a:xfrm>
            <a:off x="10195560" y="4700016"/>
            <a:ext cx="612648" cy="182880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 dirty="0">
                <a:solidFill>
                  <a:srgbClr val="1E8E3E"/>
                </a:solidFill>
                <a:latin typeface="Segoe UI"/>
                <a:cs typeface="Segoe UI"/>
              </a:rPr>
              <a:t>AUTO + ADD</a:t>
            </a:r>
          </a:p>
        </p:txBody>
      </p:sp>
      <p:sp>
        <p:nvSpPr>
          <p:cNvPr id="49" name="Success text"/>
          <p:cNvSpPr/>
          <p:nvPr/>
        </p:nvSpPr>
        <p:spPr>
          <a:xfrm>
            <a:off x="8092440" y="4956048"/>
            <a:ext cx="3246120" cy="91440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t">
            <a:noAutofit/>
          </a:bodyPr>
          <a:lstStyle/>
          <a:p>
            <a:pPr marL="114300" indent="-114300" algn="l">
              <a:buFont typeface="Arial"/>
              <a:buChar char="•"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98 FTE transitioned by Jun 2027 (locked final FTE)</a:t>
            </a:r>
          </a:p>
          <a:p>
            <a:pPr marL="114300" indent="-114300" algn="l">
              <a:spcBef>
                <a:spcPts val="120"/>
              </a:spcBef>
              <a:buFont typeface="Arial"/>
              <a:buChar char="•"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Service at or above Area baseline at hypercare exit</a:t>
            </a:r>
          </a:p>
          <a:p>
            <a:pPr marL="114300" indent="-114300" algn="l">
              <a:spcBef>
                <a:spcPts val="120"/>
              </a:spcBef>
              <a:buFont typeface="Arial"/>
              <a:buChar char="•"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$6.78M recurring annual benefit (Business Case)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750" b="1" dirty="0">
                <a:solidFill>
                  <a:srgbClr val="1565D8"/>
                </a:solidFill>
                <a:latin typeface="Segoe UI"/>
                <a:cs typeface="Segoe UI"/>
              </a:rPr>
              <a:t>+ Add criterion</a:t>
            </a:r>
          </a:p>
        </p:txBody>
      </p:sp>
      <p:sp>
        <p:nvSpPr>
          <p:cNvPr id="50" name="Signoff label"/>
          <p:cNvSpPr/>
          <p:nvPr/>
        </p:nvSpPr>
        <p:spPr>
          <a:xfrm>
            <a:off x="8092440" y="5897880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SIGN-OFF (FROM STAKEHOLDER REGISTRATION)</a:t>
            </a:r>
          </a:p>
        </p:txBody>
      </p:sp>
      <p:sp>
        <p:nvSpPr>
          <p:cNvPr id="51" name="Signoff names"/>
          <p:cNvSpPr/>
          <p:nvPr/>
        </p:nvSpPr>
        <p:spPr>
          <a:xfrm>
            <a:off x="8092440" y="6062472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 dirty="0">
                <a:solidFill>
                  <a:srgbClr val="1F2937"/>
                </a:solidFill>
                <a:latin typeface="Segoe UI"/>
                <a:cs typeface="Segoe UI"/>
              </a:rPr>
              <a:t>Project sponsor, ELT sponsor, Area functional leader, GSC Head-1</a:t>
            </a:r>
          </a:p>
        </p:txBody>
      </p:sp>
      <p:sp>
        <p:nvSpPr>
          <p:cNvPr id="52" name="Submit signoff button"/>
          <p:cNvSpPr/>
          <p:nvPr/>
        </p:nvSpPr>
        <p:spPr>
          <a:xfrm>
            <a:off x="9829800" y="6309360"/>
            <a:ext cx="1463040" cy="219456"/>
          </a:xfrm>
          <a:prstGeom prst="roundRect">
            <a:avLst>
              <a:gd name="adj" fmla="val 15000"/>
            </a:avLst>
          </a:prstGeom>
          <a:solidFill>
            <a:srgbClr val="1565D8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 dirty="0">
                <a:solidFill>
                  <a:srgbClr val="FFFFFF"/>
                </a:solidFill>
                <a:latin typeface="Segoe UI"/>
                <a:cs typeface="Segoe UI"/>
              </a:rPr>
              <a:t>Submit for sign-off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/>
          <p:nvPr/>
        </p:nvSpPr>
        <p:spPr>
          <a:xfrm>
            <a:off x="457200" y="201168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800" b="0" dirty="0">
                <a:solidFill>
                  <a:srgbClr val="000000"/>
                </a:solidFill>
                <a:latin typeface="Segoe UI"/>
                <a:cs typeface="Segoe UI"/>
              </a:rPr>
              <a:t>Project Charter: Developer Guide</a:t>
            </a:r>
          </a:p>
        </p:txBody>
      </p:sp>
      <p:sp>
        <p:nvSpPr>
          <p:cNvPr id="4" name="Subtitle"/>
          <p:cNvSpPr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900" b="0" dirty="0">
                <a:solidFill>
                  <a:srgbClr val="6B7280"/>
                </a:solidFill>
                <a:latin typeface="Segoe UI"/>
                <a:cs typeface="Segoe UI"/>
              </a:rPr>
              <a:t>Where each charter section comes from: the charter is assembled from existing Pulse data, with very little new input</a:t>
            </a:r>
          </a:p>
        </p:txBody>
      </p:sp>
      <p:graphicFrame>
        <p:nvGraphicFramePr>
          <p:cNvPr id="5" name="Charter source map" descr="Charter source map: section, source of truth, editable in charter, refresh behaviour"/>
          <p:cNvGraphicFramePr>
            <a:graphicFrameLocks noGrp="1"/>
          </p:cNvGraphicFramePr>
          <p:nvPr/>
        </p:nvGraphicFramePr>
        <p:xfrm>
          <a:off x="457200" y="1005840"/>
          <a:ext cx="7498080" cy="4297680"/>
        </p:xfrm>
        <a:graphic>
          <a:graphicData uri="http://schemas.openxmlformats.org/drawingml/2006/table">
            <a:tbl>
              <a:tblPr firstRow="1" bandRow="1"/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#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Charter section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Source of truth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Editable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Behaviour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Leadership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Stakeholder Registration (locked people)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C62828"/>
                          </a:solidFill>
                          <a:latin typeface="Segoe UI"/>
                          <a:cs typeface="Segoe UI"/>
                        </a:rPr>
                        <a:t>No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Updates when the registry changes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Desired outcome / vision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Auto-draft from Intake, Scope and Business Case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1E8E3E"/>
                          </a:solidFill>
                          <a:latin typeface="Segoe UI"/>
                          <a:cs typeface="Segoe UI"/>
                        </a:rPr>
                        <a:t>Yes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Wording owned by the charter; Regenerate only on request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Key facts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Intake, Scope Statement (final locked FTE), Business Case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C62828"/>
                          </a:solidFill>
                          <a:latin typeface="Segoe UI"/>
                          <a:cs typeface="Segoe UI"/>
                        </a:rPr>
                        <a:t>No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Live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In / out of scope, assumptions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Scope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C62828"/>
                          </a:solidFill>
                          <a:latin typeface="Segoe UI"/>
                          <a:cs typeface="Segoe UI"/>
                        </a:rPr>
                        <a:t>No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Live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Deliverables by phase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Central deliverables template; dates and status from plan and tollgates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B26A00"/>
                          </a:solidFill>
                          <a:latin typeface="Segoe UI"/>
                          <a:cs typeface="Segoe UI"/>
                        </a:rPr>
                        <a:t>Notes only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Status follows tollgate outcome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Risks &amp; dependencies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Business Case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C62828"/>
                          </a:solidFill>
                          <a:latin typeface="Segoe UI"/>
                          <a:cs typeface="Segoe UI"/>
                        </a:rPr>
                        <a:t>No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Live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FTE timeline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Scope waves (locked FTE), grouped by quarter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C62828"/>
                          </a:solidFill>
                          <a:latin typeface="Segoe UI"/>
                          <a:cs typeface="Segoe UI"/>
                        </a:rPr>
                        <a:t>No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Live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Success criteria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Auto from Scope and Business Case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B26A00"/>
                          </a:solidFill>
                          <a:latin typeface="Segoe UI"/>
                          <a:cs typeface="Segoe UI"/>
                        </a:rPr>
                        <a:t>Add only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Auto criteria cannot be deleted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Sign-off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Stakeholder Registration approvers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C62828"/>
                          </a:solidFill>
                          <a:latin typeface="Segoe UI"/>
                          <a:cs typeface="Segoe UI"/>
                        </a:rPr>
                        <a:t>No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Routed through the approval engine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-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Version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System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 dirty="0">
                          <a:solidFill>
                            <a:srgbClr val="C62828"/>
                          </a:solidFill>
                          <a:latin typeface="Segoe UI"/>
                          <a:cs typeface="Segoe UI"/>
                        </a:rPr>
                        <a:t>No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 dirty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v1.0 on approval; new version on each re-approval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Rule card How it is built"/>
          <p:cNvSpPr/>
          <p:nvPr/>
        </p:nvSpPr>
        <p:spPr>
          <a:xfrm>
            <a:off x="8183879" y="1005840"/>
            <a:ext cx="3566160" cy="950976"/>
          </a:xfrm>
          <a:prstGeom prst="roundRect">
            <a:avLst>
              <a:gd name="adj" fmla="val 6000"/>
            </a:avLst>
          </a:prstGeom>
          <a:solidFill>
            <a:srgbClr val="EAF2FD"/>
          </a:solidFill>
          <a:ln>
            <a:noFill/>
          </a:ln>
        </p:spPr>
        <p:txBody>
          <a:bodyPr wrap="square" lIns="91440" tIns="27432" rIns="91440" bIns="27432" rtlCol="0" anchor="t">
            <a:noAutofit/>
          </a:bodyPr>
          <a:lstStyle/>
          <a:p>
            <a:pPr algn="l">
              <a:buNone/>
            </a:pPr>
            <a:r>
              <a:rPr lang="en-US" sz="900" b="1" dirty="0">
                <a:solidFill>
                  <a:srgbClr val="0B2A4A"/>
                </a:solidFill>
                <a:latin typeface="Segoe UI"/>
                <a:cs typeface="Segoe UI"/>
              </a:rPr>
              <a:t>How it is built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No re-entry: every section reads the Project Attributes record and other artifacts.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Charter-owned data is only the vision wording, extra success criteria and deliverable notes.</a:t>
            </a:r>
          </a:p>
        </p:txBody>
      </p:sp>
      <p:sp>
        <p:nvSpPr>
          <p:cNvPr id="7" name="Rule card Completeness gate (proposed)"/>
          <p:cNvSpPr/>
          <p:nvPr/>
        </p:nvSpPr>
        <p:spPr>
          <a:xfrm>
            <a:off x="8183879" y="2066544"/>
            <a:ext cx="3566160" cy="9509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91440" tIns="27432" rIns="91440" bIns="27432" rtlCol="0" anchor="t">
            <a:noAutofit/>
          </a:bodyPr>
          <a:lstStyle/>
          <a:p>
            <a:pPr algn="l">
              <a:buNone/>
            </a:pPr>
            <a:r>
              <a:rPr lang="en-US" sz="900" b="1" dirty="0">
                <a:solidFill>
                  <a:srgbClr val="0B2A4A"/>
                </a:solidFill>
                <a:latin typeface="Segoe UI"/>
                <a:cs typeface="Segoe UI"/>
              </a:rPr>
              <a:t>Completeness gate (proposed)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Submit for sign-off is disabled until: Scope signed off, Business Case approved, and all sign-off roles locked in Stakeholder Registration.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Missing items show in red with a link to the owning artifact.</a:t>
            </a:r>
          </a:p>
        </p:txBody>
      </p:sp>
      <p:sp>
        <p:nvSpPr>
          <p:cNvPr id="8" name="Rule card Changes and versions"/>
          <p:cNvSpPr/>
          <p:nvPr/>
        </p:nvSpPr>
        <p:spPr>
          <a:xfrm>
            <a:off x="8183879" y="3127248"/>
            <a:ext cx="3566160" cy="7955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91440" tIns="27432" rIns="91440" bIns="27432" rtlCol="0" anchor="t">
            <a:noAutofit/>
          </a:bodyPr>
          <a:lstStyle/>
          <a:p>
            <a:pPr algn="l">
              <a:buNone/>
            </a:pPr>
            <a:r>
              <a:rPr lang="en-US" sz="900" b="1" dirty="0">
                <a:solidFill>
                  <a:srgbClr val="0B2A4A"/>
                </a:solidFill>
                <a:latin typeface="Segoe UI"/>
                <a:cs typeface="Segoe UI"/>
              </a:rPr>
              <a:t>Changes and versions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After approval, an upstream change shows a 'Source updated' banner and returns the charter to In review.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Each approved version is archived with date and approvers.</a:t>
            </a:r>
          </a:p>
        </p:txBody>
      </p:sp>
      <p:sp>
        <p:nvSpPr>
          <p:cNvPr id="9" name="Rule card Export"/>
          <p:cNvSpPr/>
          <p:nvPr/>
        </p:nvSpPr>
        <p:spPr>
          <a:xfrm>
            <a:off x="8183879" y="4032504"/>
            <a:ext cx="3566160" cy="7955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91440" tIns="27432" rIns="91440" bIns="27432" rtlCol="0" anchor="t">
            <a:noAutofit/>
          </a:bodyPr>
          <a:lstStyle/>
          <a:p>
            <a:pPr algn="l">
              <a:buNone/>
            </a:pPr>
            <a:r>
              <a:rPr lang="en-US" sz="900" b="1" dirty="0">
                <a:solidFill>
                  <a:srgbClr val="0B2A4A"/>
                </a:solidFill>
                <a:latin typeface="Segoe UI"/>
                <a:cs typeface="Segoe UI"/>
              </a:rPr>
              <a:t>Export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Export one-pager produces a PPT / PDF in the reference charter layout (leadership, vision, scope, deliverables, risks, timeline, success criteria).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43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E11EDD-1F3F-3C1D-1EAD-122C5E9C1EF9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0723274-8BB9-C013-9CE6-3AF9E6F842A1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2AFD4"/>
          </a:solidFill>
          <a:ln w="12700">
            <a:solidFill>
              <a:srgbClr val="42AF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1EA9444-C96F-3B48-5CE3-90D500C4452D}"/>
              </a:ext>
            </a:extLst>
          </p:cNvPr>
          <p:cNvSpPr/>
          <p:nvPr/>
        </p:nvSpPr>
        <p:spPr>
          <a:xfrm>
            <a:off x="658368" y="914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42AFD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WPM Pulse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924D015-226B-1011-280A-6A2B42B69F85}"/>
              </a:ext>
            </a:extLst>
          </p:cNvPr>
          <p:cNvSpPr/>
          <p:nvPr/>
        </p:nvSpPr>
        <p:spPr>
          <a:xfrm>
            <a:off x="658368" y="1508760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BCP Questionnaire Tile</a:t>
            </a:r>
            <a:endParaRPr kumimoji="0" lang="en-US" sz="3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B5C9896-3B5D-3601-E22E-85138F4789AB}"/>
              </a:ext>
            </a:extLst>
          </p:cNvPr>
          <p:cNvSpPr/>
          <p:nvPr/>
        </p:nvSpPr>
        <p:spPr>
          <a:xfrm>
            <a:off x="685800" y="295351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D5E8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Visual mock-ups to guide design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9C38BF6-CADD-E8D2-B700-7F7A444EC54C}"/>
              </a:ext>
            </a:extLst>
          </p:cNvPr>
          <p:cNvSpPr/>
          <p:nvPr/>
        </p:nvSpPr>
        <p:spPr>
          <a:xfrm>
            <a:off x="685800" y="59893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AFCA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Design concepts only • Illustrative data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39560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/>
          <p:nvPr/>
        </p:nvSpPr>
        <p:spPr>
          <a:xfrm>
            <a:off x="457200" y="201168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800" b="0" dirty="0">
                <a:solidFill>
                  <a:srgbClr val="000000"/>
                </a:solidFill>
                <a:latin typeface="Segoe UI"/>
                <a:cs typeface="Segoe UI"/>
              </a:rPr>
              <a:t>BCP Questionnaire</a:t>
            </a:r>
            <a:r>
              <a:rPr lang="en-US" sz="1800" b="0">
                <a:solidFill>
                  <a:srgbClr val="000000"/>
                </a:solidFill>
                <a:latin typeface="Segoe UI"/>
                <a:cs typeface="Segoe UI"/>
              </a:rPr>
              <a:t> (1 of 2)</a:t>
            </a:r>
          </a:p>
        </p:txBody>
      </p:sp>
      <p:sp>
        <p:nvSpPr>
          <p:cNvPr id="4" name="Subtitle"/>
          <p:cNvSpPr/>
          <p:nvPr/>
        </p:nvSpPr>
        <p:spPr>
          <a:xfrm>
            <a:off x="5486400" y="274320"/>
            <a:ext cx="612648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r">
              <a:buNone/>
            </a:pPr>
            <a:r>
              <a:rPr lang="en-US" sz="900" b="0">
                <a:solidFill>
                  <a:srgbClr val="6B7280"/>
                </a:solidFill>
                <a:latin typeface="Segoe UI"/>
                <a:cs typeface="Segoe UI"/>
              </a:rPr>
              <a:t>Mock-up  |  </a:t>
            </a:r>
            <a:r>
              <a:rPr lang="en-US" sz="900" b="0" dirty="0">
                <a:solidFill>
                  <a:srgbClr val="6B7280"/>
                </a:solidFill>
                <a:latin typeface="Segoe UI"/>
                <a:cs typeface="Segoe UI"/>
              </a:rPr>
              <a:t>Business Resilience questionnaire</a:t>
            </a:r>
            <a:r>
              <a:rPr lang="en-US" sz="900" b="0">
                <a:solidFill>
                  <a:srgbClr val="6B7280"/>
                </a:solidFill>
                <a:latin typeface="Segoe UI"/>
                <a:cs typeface="Segoe UI"/>
              </a:rPr>
              <a:t>  |  Orange numbers map to the developer guide</a:t>
            </a:r>
          </a:p>
        </p:txBody>
      </p:sp>
      <p:sp>
        <p:nvSpPr>
          <p:cNvPr id="5" name="App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777240"/>
            <a:ext cx="11064240" cy="5897880"/>
          </a:xfrm>
          <a:prstGeom prst="rect">
            <a:avLst/>
          </a:prstGeom>
          <a:solidFill>
            <a:srgbClr val="F3F6FA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6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777240"/>
            <a:ext cx="110642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7" name="Search"/>
          <p:cNvSpPr/>
          <p:nvPr/>
        </p:nvSpPr>
        <p:spPr>
          <a:xfrm>
            <a:off x="731520" y="841248"/>
            <a:ext cx="3657600" cy="256032"/>
          </a:xfrm>
          <a:prstGeom prst="roundRect">
            <a:avLst>
              <a:gd name="adj" fmla="val 20000"/>
            </a:avLst>
          </a:prstGeom>
          <a:solidFill>
            <a:srgbClr val="F3F6FA"/>
          </a:solidFill>
          <a:ln w="9525">
            <a:solidFill>
              <a:srgbClr val="DDE3EC"/>
            </a:solidFill>
          </a:ln>
        </p:spPr>
        <p:txBody>
          <a:bodyPr wrap="square" lIns="91440" tIns="27432" rIns="91440" bIns="27432" rtlCol="0" anchor="ctr">
            <a:noAutofit/>
          </a:bodyPr>
          <a:lstStyle/>
          <a:p>
            <a:pPr algn="l">
              <a:buNone/>
            </a:pPr>
            <a:r>
              <a:rPr lang="en-US" sz="750" b="0">
                <a:solidFill>
                  <a:srgbClr val="6B7280"/>
                </a:solidFill>
                <a:latin typeface="Segoe UI"/>
                <a:cs typeface="Segoe UI"/>
              </a:rPr>
              <a:t>Search project, request, FTE ID...</a:t>
            </a:r>
          </a:p>
        </p:txBody>
      </p:sp>
      <p:sp>
        <p:nvSpPr>
          <p:cNvPr id="8" name="Avatar"/>
          <p:cNvSpPr/>
          <p:nvPr/>
        </p:nvSpPr>
        <p:spPr>
          <a:xfrm>
            <a:off x="10515600" y="841248"/>
            <a:ext cx="256032" cy="256032"/>
          </a:xfrm>
          <a:prstGeom prst="ellipse">
            <a:avLst/>
          </a:prstGeom>
          <a:solidFill>
            <a:srgbClr val="0B2A4A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700" b="1">
                <a:solidFill>
                  <a:srgbClr val="FFFFFF"/>
                </a:solidFill>
                <a:latin typeface="Segoe UI"/>
                <a:cs typeface="Segoe UI"/>
              </a:rPr>
              <a:t>HJ</a:t>
            </a:r>
          </a:p>
        </p:txBody>
      </p:sp>
      <p:sp>
        <p:nvSpPr>
          <p:cNvPr id="9" name="User name"/>
          <p:cNvSpPr/>
          <p:nvPr/>
        </p:nvSpPr>
        <p:spPr>
          <a:xfrm>
            <a:off x="10808208" y="841248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H. Jacome</a:t>
            </a:r>
          </a:p>
        </p:txBody>
      </p:sp>
      <p:sp>
        <p:nvSpPr>
          <p:cNvPr id="10" name="Breadcrumb"/>
          <p:cNvSpPr/>
          <p:nvPr/>
        </p:nvSpPr>
        <p:spPr>
          <a:xfrm>
            <a:off x="731520" y="1371600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>
                <a:solidFill>
                  <a:srgbClr val="6B7280"/>
                </a:solidFill>
                <a:latin typeface="Segoe UI"/>
                <a:cs typeface="Segoe UI"/>
              </a:rPr>
              <a:t>Projects  &gt;  Ocean EU Hub Migration  &gt;  </a:t>
            </a:r>
            <a:r>
              <a:rPr lang="en-US" sz="700" b="0" dirty="0">
                <a:solidFill>
                  <a:srgbClr val="6B7280"/>
                </a:solidFill>
                <a:latin typeface="Segoe UI"/>
                <a:cs typeface="Segoe UI"/>
              </a:rPr>
              <a:t>BCP Questionnaire</a:t>
            </a:r>
            <a:endParaRPr lang="en-US" sz="700" b="0">
              <a:solidFill>
                <a:srgbClr val="6B7280"/>
              </a:solidFill>
              <a:latin typeface="Segoe UI"/>
              <a:cs typeface="Segoe UI"/>
            </a:endParaRPr>
          </a:p>
        </p:txBody>
      </p:sp>
      <p:sp>
        <p:nvSpPr>
          <p:cNvPr id="11" name="Header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1554480"/>
            <a:ext cx="10698480" cy="56692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12" name="Page title"/>
          <p:cNvSpPr/>
          <p:nvPr/>
        </p:nvSpPr>
        <p:spPr>
          <a:xfrm>
            <a:off x="868680" y="1591056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1F2937"/>
                </a:solidFill>
                <a:latin typeface="Segoe UI"/>
                <a:cs typeface="Segoe UI"/>
              </a:rPr>
              <a:t>BCP Questionnaire</a:t>
            </a:r>
            <a:endParaRPr lang="en-US" sz="1300" b="1">
              <a:solidFill>
                <a:srgbClr val="1F2937"/>
              </a:solidFill>
              <a:latin typeface="Segoe UI"/>
              <a:cs typeface="Segoe UI"/>
            </a:endParaRPr>
          </a:p>
        </p:txBody>
      </p:sp>
      <p:sp>
        <p:nvSpPr>
          <p:cNvPr id="13" name="Status chip"/>
          <p:cNvSpPr/>
          <p:nvPr/>
        </p:nvSpPr>
        <p:spPr>
          <a:xfrm>
            <a:off x="2743200" y="1645920"/>
            <a:ext cx="822960" cy="201168"/>
          </a:xfrm>
          <a:prstGeom prst="roundRect">
            <a:avLst>
              <a:gd name="adj" fmla="val 50000"/>
            </a:avLst>
          </a:prstGeom>
          <a:solidFill>
            <a:srgbClr val="EAF2FD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>
                <a:solidFill>
                  <a:srgbClr val="1565D8"/>
                </a:solidFill>
                <a:latin typeface="Segoe UI"/>
                <a:cs typeface="Segoe UI"/>
              </a:rPr>
              <a:t>IN PROGRESS</a:t>
            </a:r>
          </a:p>
        </p:txBody>
      </p:sp>
      <p:sp>
        <p:nvSpPr>
          <p:cNvPr id="14" name="Page subtitle"/>
          <p:cNvSpPr/>
          <p:nvPr/>
        </p:nvSpPr>
        <p:spPr>
          <a:xfrm>
            <a:off x="868680" y="1874519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0">
                <a:solidFill>
                  <a:srgbClr val="6B7280"/>
                </a:solidFill>
                <a:latin typeface="Segoe UI"/>
                <a:cs typeface="Segoe UI"/>
              </a:rPr>
              <a:t>Ocean EU Hub Migration  |  PRJ-2026-014  |  Phase: Initiate  |  Last saved 14 Oct 2026, 10:42</a:t>
            </a:r>
          </a:p>
        </p:txBody>
      </p:sp>
      <p:sp>
        <p:nvSpPr>
          <p:cNvPr id="15" name="Export button"/>
          <p:cNvSpPr/>
          <p:nvPr/>
        </p:nvSpPr>
        <p:spPr>
          <a:xfrm>
            <a:off x="9646920" y="1719072"/>
            <a:ext cx="73152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>
                <a:solidFill>
                  <a:srgbClr val="1F2937"/>
                </a:solidFill>
                <a:latin typeface="Segoe UI"/>
                <a:cs typeface="Segoe UI"/>
              </a:rPr>
              <a:t>Export</a:t>
            </a:r>
          </a:p>
        </p:txBody>
      </p:sp>
      <p:sp>
        <p:nvSpPr>
          <p:cNvPr id="16" name="Save draft button"/>
          <p:cNvSpPr/>
          <p:nvPr/>
        </p:nvSpPr>
        <p:spPr>
          <a:xfrm>
            <a:off x="10469880" y="1719072"/>
            <a:ext cx="82296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1565D8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>
                <a:solidFill>
                  <a:srgbClr val="1565D8"/>
                </a:solidFill>
                <a:latin typeface="Segoe UI"/>
                <a:cs typeface="Segoe UI"/>
              </a:rPr>
              <a:t>Save draft</a:t>
            </a:r>
          </a:p>
        </p:txBody>
      </p:sp>
      <p:sp>
        <p:nvSpPr>
          <p:cNvPr id="17" name="Status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2240280"/>
            <a:ext cx="10698480" cy="502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18" name="Callout 1" descr="Callout 1 - see developer guide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868680" y="2377440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19" name="Process label"/>
          <p:cNvSpPr/>
          <p:nvPr/>
        </p:nvSpPr>
        <p:spPr>
          <a:xfrm>
            <a:off x="1143000" y="2286000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00" b="1" dirty="0">
                <a:solidFill>
                  <a:srgbClr val="6B7280"/>
                </a:solidFill>
                <a:latin typeface="Segoe UI"/>
                <a:cs typeface="Segoe UI"/>
              </a:rPr>
              <a:t>PROCESS (ONE QUESTIONNAIRE PER PROCESS)</a:t>
            </a:r>
          </a:p>
        </p:txBody>
      </p:sp>
      <p:sp>
        <p:nvSpPr>
          <p:cNvPr id="20" name="Process value"/>
          <p:cNvSpPr/>
          <p:nvPr/>
        </p:nvSpPr>
        <p:spPr>
          <a:xfrm>
            <a:off x="1143000" y="2468880"/>
            <a:ext cx="393192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1" dirty="0">
                <a:solidFill>
                  <a:srgbClr val="1F2937"/>
                </a:solidFill>
                <a:latin typeface="Segoe UI"/>
                <a:cs typeface="Segoe UI"/>
              </a:rPr>
              <a:t>Order-to-cash &amp; documentation  (1 of 1)</a:t>
            </a:r>
          </a:p>
        </p:txBody>
      </p:sp>
      <p:sp>
        <p:nvSpPr>
          <p:cNvPr id="21" name="Owner label"/>
          <p:cNvSpPr/>
          <p:nvPr/>
        </p:nvSpPr>
        <p:spPr>
          <a:xfrm>
            <a:off x="4937760" y="2286000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00" b="1" dirty="0">
                <a:solidFill>
                  <a:srgbClr val="6B7280"/>
                </a:solidFill>
                <a:latin typeface="Segoe UI"/>
                <a:cs typeface="Segoe UI"/>
              </a:rPr>
              <a:t>COMPLETED BY (AREA TEAM)</a:t>
            </a:r>
          </a:p>
        </p:txBody>
      </p:sp>
      <p:sp>
        <p:nvSpPr>
          <p:cNvPr id="22" name="Owner value"/>
          <p:cNvSpPr/>
          <p:nvPr/>
        </p:nvSpPr>
        <p:spPr>
          <a:xfrm>
            <a:off x="4937760" y="2468880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0" dirty="0">
                <a:solidFill>
                  <a:srgbClr val="1F2937"/>
                </a:solidFill>
                <a:latin typeface="Segoe UI"/>
                <a:cs typeface="Segoe UI"/>
              </a:rPr>
              <a:t>S. Nielsen, Area SME</a:t>
            </a:r>
          </a:p>
        </p:txBody>
      </p:sp>
      <p:sp>
        <p:nvSpPr>
          <p:cNvPr id="23" name="Progress label"/>
          <p:cNvSpPr/>
          <p:nvPr/>
        </p:nvSpPr>
        <p:spPr>
          <a:xfrm>
            <a:off x="7406640" y="2286000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00" b="1" dirty="0">
                <a:solidFill>
                  <a:srgbClr val="6B7280"/>
                </a:solidFill>
                <a:latin typeface="Segoe UI"/>
                <a:cs typeface="Segoe UI"/>
              </a:rPr>
              <a:t>PROGRESS</a:t>
            </a:r>
          </a:p>
        </p:txBody>
      </p:sp>
      <p:sp>
        <p:nvSpPr>
          <p:cNvPr id="24" name="Progress 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06640" y="2551176"/>
            <a:ext cx="1371600" cy="73152"/>
          </a:xfrm>
          <a:prstGeom prst="roundRect">
            <a:avLst>
              <a:gd name="adj" fmla="val 50000"/>
            </a:avLst>
          </a:prstGeom>
          <a:solidFill>
            <a:srgbClr val="E5E9F0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25" name="Progress 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06640" y="2551176"/>
            <a:ext cx="960120" cy="73152"/>
          </a:xfrm>
          <a:prstGeom prst="roundRect">
            <a:avLst>
              <a:gd name="adj" fmla="val 50000"/>
            </a:avLst>
          </a:prstGeom>
          <a:solidFill>
            <a:srgbClr val="1E8E3E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26" name="Progress text"/>
          <p:cNvSpPr/>
          <p:nvPr/>
        </p:nvSpPr>
        <p:spPr>
          <a:xfrm>
            <a:off x="8869680" y="2468880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00" b="1" dirty="0">
                <a:solidFill>
                  <a:srgbClr val="1F2937"/>
                </a:solidFill>
                <a:latin typeface="Segoe UI"/>
                <a:cs typeface="Segoe UI"/>
              </a:rPr>
              <a:t>7 of 10</a:t>
            </a:r>
          </a:p>
        </p:txBody>
      </p:sp>
      <p:sp>
        <p:nvSpPr>
          <p:cNvPr id="27" name="Prefill legend"/>
          <p:cNvSpPr/>
          <p:nvPr/>
        </p:nvSpPr>
        <p:spPr>
          <a:xfrm>
            <a:off x="9829800" y="2414016"/>
            <a:ext cx="1463040" cy="201168"/>
          </a:xfrm>
          <a:prstGeom prst="roundRect">
            <a:avLst>
              <a:gd name="adj" fmla="val 50000"/>
            </a:avLst>
          </a:prstGeom>
          <a:solidFill>
            <a:srgbClr val="EAF2FD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550" b="1" dirty="0">
                <a:solidFill>
                  <a:srgbClr val="1565D8"/>
                </a:solidFill>
                <a:latin typeface="Segoe UI"/>
                <a:cs typeface="Segoe UI"/>
              </a:rPr>
              <a:t>BLUE = PRE-FILLED FROM PULSE</a:t>
            </a:r>
          </a:p>
        </p:txBody>
      </p:sp>
      <p:sp>
        <p:nvSpPr>
          <p:cNvPr id="28" name="Q1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2834640"/>
            <a:ext cx="10698480" cy="56692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29" name="Q1 number"/>
          <p:cNvSpPr/>
          <p:nvPr/>
        </p:nvSpPr>
        <p:spPr>
          <a:xfrm>
            <a:off x="868680" y="2926080"/>
            <a:ext cx="274320" cy="274320"/>
          </a:xfrm>
          <a:prstGeom prst="ellipse">
            <a:avLst/>
          </a:prstGeom>
          <a:solidFill>
            <a:srgbClr val="0B2A4A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30" name="Q1 text"/>
          <p:cNvSpPr/>
          <p:nvPr/>
        </p:nvSpPr>
        <p:spPr>
          <a:xfrm>
            <a:off x="1234440" y="2907792"/>
            <a:ext cx="786384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1" dirty="0">
                <a:solidFill>
                  <a:srgbClr val="1F2937"/>
                </a:solidFill>
                <a:latin typeface="Segoe UI"/>
                <a:cs typeface="Segoe UI"/>
              </a:rPr>
              <a:t>Is the process new to GSC, or already performed in a GSC location?</a:t>
            </a:r>
          </a:p>
        </p:txBody>
      </p:sp>
      <p:sp>
        <p:nvSpPr>
          <p:cNvPr id="31" name="Callout 2" descr="Callout 2 - see developer guide"/>
          <p:cNvSpPr/>
          <p:nvPr/>
        </p:nvSpPr>
        <p:spPr>
          <a:xfrm>
            <a:off x="11109960" y="2944368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32" name="Q1 New process"/>
          <p:cNvSpPr/>
          <p:nvPr/>
        </p:nvSpPr>
        <p:spPr>
          <a:xfrm>
            <a:off x="1234440" y="3108960"/>
            <a:ext cx="1737360" cy="237744"/>
          </a:xfrm>
          <a:prstGeom prst="rect">
            <a:avLst/>
          </a:prstGeom>
          <a:solidFill>
            <a:srgbClr val="1565D8"/>
          </a:solidFill>
          <a:ln w="9525">
            <a:solidFill>
              <a:srgbClr val="1565D8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 dirty="0">
                <a:solidFill>
                  <a:srgbClr val="FFFFFF"/>
                </a:solidFill>
                <a:latin typeface="Segoe UI"/>
                <a:cs typeface="Segoe UI"/>
              </a:rPr>
              <a:t>New process</a:t>
            </a:r>
          </a:p>
        </p:txBody>
      </p:sp>
      <p:sp>
        <p:nvSpPr>
          <p:cNvPr id="33" name="Q1 Existing in a GSC location"/>
          <p:cNvSpPr/>
          <p:nvPr/>
        </p:nvSpPr>
        <p:spPr>
          <a:xfrm>
            <a:off x="2971800" y="3108960"/>
            <a:ext cx="173736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Existing in a GSC location</a:t>
            </a:r>
          </a:p>
        </p:txBody>
      </p:sp>
      <p:sp>
        <p:nvSpPr>
          <p:cNvPr id="34" name="Q2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3474720"/>
            <a:ext cx="10698480" cy="71323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35" name="Q2 number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868680" y="3566160"/>
            <a:ext cx="274320" cy="274320"/>
          </a:xfrm>
          <a:prstGeom prst="ellipse">
            <a:avLst/>
          </a:prstGeom>
          <a:solidFill>
            <a:srgbClr val="0B2A4A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36" name="Q2 text"/>
          <p:cNvSpPr/>
          <p:nvPr/>
        </p:nvSpPr>
        <p:spPr>
          <a:xfrm>
            <a:off x="1234440" y="3547872"/>
            <a:ext cx="786384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1" dirty="0">
                <a:solidFill>
                  <a:srgbClr val="1F2937"/>
                </a:solidFill>
                <a:latin typeface="Segoe UI"/>
                <a:cs typeface="Segoe UI"/>
              </a:rPr>
              <a:t>Details of the process being migrated</a:t>
            </a:r>
          </a:p>
        </p:txBody>
      </p:sp>
      <p:sp>
        <p:nvSpPr>
          <p:cNvPr id="37" name="Callout 3" descr="Callout 3 - see developer guide"/>
          <p:cNvSpPr/>
          <p:nvPr/>
        </p:nvSpPr>
        <p:spPr>
          <a:xfrm>
            <a:off x="11109960" y="3584448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38" name="Label Vertical"/>
          <p:cNvSpPr/>
          <p:nvPr/>
        </p:nvSpPr>
        <p:spPr>
          <a:xfrm>
            <a:off x="1234440" y="3749039"/>
            <a:ext cx="2926080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00" b="1" dirty="0">
                <a:solidFill>
                  <a:srgbClr val="6B7280"/>
                </a:solidFill>
                <a:latin typeface="Segoe UI"/>
                <a:cs typeface="Segoe UI"/>
              </a:rPr>
              <a:t>VERTICAL</a:t>
            </a:r>
          </a:p>
        </p:txBody>
      </p:sp>
      <p:sp>
        <p:nvSpPr>
          <p:cNvPr id="39" name="Input Vertical"/>
          <p:cNvSpPr/>
          <p:nvPr/>
        </p:nvSpPr>
        <p:spPr>
          <a:xfrm>
            <a:off x="1234440" y="3913631"/>
            <a:ext cx="2926080" cy="237744"/>
          </a:xfrm>
          <a:prstGeom prst="roundRect">
            <a:avLst>
              <a:gd name="adj" fmla="val 12000"/>
            </a:avLst>
          </a:prstGeom>
          <a:solidFill>
            <a:srgbClr val="EAF2FD"/>
          </a:solidFill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Ocean</a:t>
            </a:r>
          </a:p>
        </p:txBody>
      </p:sp>
      <p:sp>
        <p:nvSpPr>
          <p:cNvPr id="40" name="Tag Vertical"/>
          <p:cNvSpPr/>
          <p:nvPr/>
        </p:nvSpPr>
        <p:spPr>
          <a:xfrm>
            <a:off x="3474720" y="3941063"/>
            <a:ext cx="612648" cy="1737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550" b="1" dirty="0">
                <a:solidFill>
                  <a:srgbClr val="1565D8"/>
                </a:solidFill>
                <a:latin typeface="Segoe UI"/>
                <a:cs typeface="Segoe UI"/>
              </a:rPr>
              <a:t>FROM INTAKE</a:t>
            </a:r>
          </a:p>
        </p:txBody>
      </p:sp>
      <p:sp>
        <p:nvSpPr>
          <p:cNvPr id="41" name="Label Process"/>
          <p:cNvSpPr/>
          <p:nvPr/>
        </p:nvSpPr>
        <p:spPr>
          <a:xfrm>
            <a:off x="4297680" y="3749039"/>
            <a:ext cx="3108960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00" b="1" dirty="0">
                <a:solidFill>
                  <a:srgbClr val="6B7280"/>
                </a:solidFill>
                <a:latin typeface="Segoe UI"/>
                <a:cs typeface="Segoe UI"/>
              </a:rPr>
              <a:t>PROCESS</a:t>
            </a:r>
          </a:p>
        </p:txBody>
      </p:sp>
      <p:sp>
        <p:nvSpPr>
          <p:cNvPr id="42" name="Input Process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297680" y="3913631"/>
            <a:ext cx="3108960" cy="237744"/>
          </a:xfrm>
          <a:prstGeom prst="roundRect">
            <a:avLst>
              <a:gd name="adj" fmla="val 12000"/>
            </a:avLst>
          </a:prstGeom>
          <a:solidFill>
            <a:srgbClr val="EAF2FD"/>
          </a:solidFill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Order-to-cash &amp; documentation</a:t>
            </a:r>
          </a:p>
        </p:txBody>
      </p:sp>
      <p:sp>
        <p:nvSpPr>
          <p:cNvPr id="43" name="Tag Process"/>
          <p:cNvSpPr/>
          <p:nvPr/>
        </p:nvSpPr>
        <p:spPr>
          <a:xfrm>
            <a:off x="6720840" y="3941063"/>
            <a:ext cx="612648" cy="1737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550" b="1" dirty="0">
                <a:solidFill>
                  <a:srgbClr val="1565D8"/>
                </a:solidFill>
                <a:latin typeface="Segoe UI"/>
                <a:cs typeface="Segoe UI"/>
              </a:rPr>
              <a:t>FROM INTAKE</a:t>
            </a:r>
          </a:p>
        </p:txBody>
      </p:sp>
      <p:sp>
        <p:nvSpPr>
          <p:cNvPr id="44" name="Label Subprocess"/>
          <p:cNvSpPr/>
          <p:nvPr/>
        </p:nvSpPr>
        <p:spPr>
          <a:xfrm>
            <a:off x="7543800" y="3749039"/>
            <a:ext cx="374903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00" b="1" dirty="0">
                <a:solidFill>
                  <a:srgbClr val="6B7280"/>
                </a:solidFill>
                <a:latin typeface="Segoe UI"/>
                <a:cs typeface="Segoe UI"/>
              </a:rPr>
              <a:t>SUBPROCESS(ES)</a:t>
            </a:r>
          </a:p>
        </p:txBody>
      </p:sp>
      <p:sp>
        <p:nvSpPr>
          <p:cNvPr id="45" name="Input Subprocess"/>
          <p:cNvSpPr/>
          <p:nvPr/>
        </p:nvSpPr>
        <p:spPr>
          <a:xfrm>
            <a:off x="7543800" y="3913631"/>
            <a:ext cx="3749039" cy="237744"/>
          </a:xfrm>
          <a:prstGeom prst="roundRect">
            <a:avLst>
              <a:gd name="adj" fmla="val 12000"/>
            </a:avLst>
          </a:prstGeom>
          <a:solidFill>
            <a:srgbClr val="EAF2FD"/>
          </a:solidFill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Amendments, doc validation, invoicing</a:t>
            </a:r>
          </a:p>
        </p:txBody>
      </p:sp>
      <p:sp>
        <p:nvSpPr>
          <p:cNvPr id="46" name="Tag Subprocess"/>
          <p:cNvSpPr/>
          <p:nvPr/>
        </p:nvSpPr>
        <p:spPr>
          <a:xfrm>
            <a:off x="10652760" y="3941063"/>
            <a:ext cx="566928" cy="1737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550" b="1" dirty="0">
                <a:solidFill>
                  <a:srgbClr val="1565D8"/>
                </a:solidFill>
                <a:latin typeface="Segoe UI"/>
                <a:cs typeface="Segoe UI"/>
              </a:rPr>
              <a:t>FROM SCOPE</a:t>
            </a:r>
          </a:p>
        </p:txBody>
      </p:sp>
      <p:sp>
        <p:nvSpPr>
          <p:cNvPr id="47" name="Q3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4261104"/>
            <a:ext cx="10698480" cy="71323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48" name="Q3 number"/>
          <p:cNvSpPr/>
          <p:nvPr/>
        </p:nvSpPr>
        <p:spPr>
          <a:xfrm>
            <a:off x="868680" y="4352544"/>
            <a:ext cx="274320" cy="274320"/>
          </a:xfrm>
          <a:prstGeom prst="ellipse">
            <a:avLst/>
          </a:prstGeom>
          <a:solidFill>
            <a:srgbClr val="0B2A4A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49" name="Q3 text"/>
          <p:cNvSpPr/>
          <p:nvPr/>
        </p:nvSpPr>
        <p:spPr>
          <a:xfrm>
            <a:off x="1234440" y="4334256"/>
            <a:ext cx="786384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1" dirty="0">
                <a:solidFill>
                  <a:srgbClr val="1F2937"/>
                </a:solidFill>
                <a:latin typeface="Segoe UI"/>
                <a:cs typeface="Segoe UI"/>
              </a:rPr>
              <a:t>SLA, Region / Area served and volumes</a:t>
            </a:r>
          </a:p>
        </p:txBody>
      </p:sp>
      <p:sp>
        <p:nvSpPr>
          <p:cNvPr id="50" name="Label SLA"/>
          <p:cNvSpPr/>
          <p:nvPr/>
        </p:nvSpPr>
        <p:spPr>
          <a:xfrm>
            <a:off x="1234440" y="4535424"/>
            <a:ext cx="2377440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00" b="1" dirty="0">
                <a:solidFill>
                  <a:srgbClr val="6B7280"/>
                </a:solidFill>
                <a:latin typeface="Segoe UI"/>
                <a:cs typeface="Segoe UI"/>
              </a:rPr>
              <a:t>SLA</a:t>
            </a:r>
          </a:p>
        </p:txBody>
      </p:sp>
      <p:sp>
        <p:nvSpPr>
          <p:cNvPr id="51" name="Input SLA"/>
          <p:cNvSpPr/>
          <p:nvPr/>
        </p:nvSpPr>
        <p:spPr>
          <a:xfrm>
            <a:off x="1234440" y="4700016"/>
            <a:ext cx="2377440" cy="2377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24 h turnaround for amendments</a:t>
            </a:r>
          </a:p>
        </p:txBody>
      </p:sp>
      <p:sp>
        <p:nvSpPr>
          <p:cNvPr id="52" name="Label Region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703320" y="4535424"/>
            <a:ext cx="2468880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00" b="1" dirty="0">
                <a:solidFill>
                  <a:srgbClr val="6B7280"/>
                </a:solidFill>
                <a:latin typeface="Segoe UI"/>
                <a:cs typeface="Segoe UI"/>
              </a:rPr>
              <a:t>REGION / AREA SERVED</a:t>
            </a:r>
          </a:p>
        </p:txBody>
      </p:sp>
      <p:sp>
        <p:nvSpPr>
          <p:cNvPr id="53" name="Input Region"/>
          <p:cNvSpPr/>
          <p:nvPr/>
        </p:nvSpPr>
        <p:spPr>
          <a:xfrm>
            <a:off x="3703320" y="4700016"/>
            <a:ext cx="2468880" cy="237744"/>
          </a:xfrm>
          <a:prstGeom prst="roundRect">
            <a:avLst>
              <a:gd name="adj" fmla="val 12000"/>
            </a:avLst>
          </a:prstGeom>
          <a:solidFill>
            <a:srgbClr val="EAF2FD"/>
          </a:solidFill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EUR  |  North Europe</a:t>
            </a:r>
          </a:p>
        </p:txBody>
      </p:sp>
      <p:sp>
        <p:nvSpPr>
          <p:cNvPr id="54" name="Tag Region"/>
          <p:cNvSpPr/>
          <p:nvPr/>
        </p:nvSpPr>
        <p:spPr>
          <a:xfrm>
            <a:off x="5486400" y="4727448"/>
            <a:ext cx="612648" cy="1737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550" b="1" dirty="0">
                <a:solidFill>
                  <a:srgbClr val="1565D8"/>
                </a:solidFill>
                <a:latin typeface="Segoe UI"/>
                <a:cs typeface="Segoe UI"/>
              </a:rPr>
              <a:t>FROM INTAKE</a:t>
            </a:r>
          </a:p>
        </p:txBody>
      </p:sp>
      <p:sp>
        <p:nvSpPr>
          <p:cNvPr id="55" name="Label PeakDays"/>
          <p:cNvSpPr/>
          <p:nvPr/>
        </p:nvSpPr>
        <p:spPr>
          <a:xfrm>
            <a:off x="6263640" y="4535424"/>
            <a:ext cx="2468880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00" b="1" dirty="0">
                <a:solidFill>
                  <a:srgbClr val="6B7280"/>
                </a:solidFill>
                <a:latin typeface="Segoe UI"/>
                <a:cs typeface="Segoe UI"/>
              </a:rPr>
              <a:t>PEAK VOLUME DAYS IN MONTH</a:t>
            </a:r>
          </a:p>
        </p:txBody>
      </p:sp>
      <p:sp>
        <p:nvSpPr>
          <p:cNvPr id="56" name="Input PeakDays"/>
          <p:cNvSpPr/>
          <p:nvPr/>
        </p:nvSpPr>
        <p:spPr>
          <a:xfrm>
            <a:off x="6263640" y="4700016"/>
            <a:ext cx="2468880" cy="2377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Day 1-3 </a:t>
            </a: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(</a:t>
            </a: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month-end</a:t>
            </a: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)</a:t>
            </a:r>
            <a:endParaRPr lang="en-US" sz="750" b="0" dirty="0">
              <a:solidFill>
                <a:srgbClr val="1F2937"/>
              </a:solidFill>
              <a:latin typeface="Segoe UI"/>
              <a:cs typeface="Segoe UI"/>
            </a:endParaRPr>
          </a:p>
        </p:txBody>
      </p:sp>
      <p:sp>
        <p:nvSpPr>
          <p:cNvPr id="57" name="Label PeakMonth"/>
          <p:cNvSpPr/>
          <p:nvPr/>
        </p:nvSpPr>
        <p:spPr>
          <a:xfrm>
            <a:off x="8823960" y="4535424"/>
            <a:ext cx="2468880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00" b="1" dirty="0">
                <a:solidFill>
                  <a:srgbClr val="6B7280"/>
                </a:solidFill>
                <a:latin typeface="Segoe UI"/>
                <a:cs typeface="Segoe UI"/>
              </a:rPr>
              <a:t>PEAK VOLUME MONTHS IN YEAR</a:t>
            </a:r>
          </a:p>
        </p:txBody>
      </p:sp>
      <p:sp>
        <p:nvSpPr>
          <p:cNvPr id="58" name="Input PeakMonth"/>
          <p:cNvSpPr/>
          <p:nvPr/>
        </p:nvSpPr>
        <p:spPr>
          <a:xfrm>
            <a:off x="8823960" y="4700016"/>
            <a:ext cx="2468880" cy="2377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March, December</a:t>
            </a:r>
          </a:p>
        </p:txBody>
      </p:sp>
      <p:sp>
        <p:nvSpPr>
          <p:cNvPr id="59" name="Q4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5047488"/>
            <a:ext cx="10698480" cy="71323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60" name="Q4 number"/>
          <p:cNvSpPr/>
          <p:nvPr/>
        </p:nvSpPr>
        <p:spPr>
          <a:xfrm>
            <a:off x="868680" y="5138928"/>
            <a:ext cx="274320" cy="274320"/>
          </a:xfrm>
          <a:prstGeom prst="ellipse">
            <a:avLst/>
          </a:prstGeom>
          <a:solidFill>
            <a:srgbClr val="0B2A4A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61" name="Q4 text"/>
          <p:cNvSpPr/>
          <p:nvPr/>
        </p:nvSpPr>
        <p:spPr>
          <a:xfrm>
            <a:off x="1234440" y="5120640"/>
            <a:ext cx="786384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1" dirty="0">
                <a:solidFill>
                  <a:srgbClr val="1F2937"/>
                </a:solidFill>
                <a:latin typeface="Segoe UI"/>
                <a:cs typeface="Segoe UI"/>
              </a:rPr>
              <a:t>Number of FTE expected to migrate</a:t>
            </a:r>
          </a:p>
        </p:txBody>
      </p:sp>
      <p:sp>
        <p:nvSpPr>
          <p:cNvPr id="62" name="Label TotalFTE"/>
          <p:cNvSpPr/>
          <p:nvPr/>
        </p:nvSpPr>
        <p:spPr>
          <a:xfrm>
            <a:off x="1234440" y="5321808"/>
            <a:ext cx="2926080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00" b="1" dirty="0">
                <a:solidFill>
                  <a:srgbClr val="6B7280"/>
                </a:solidFill>
                <a:latin typeface="Segoe UI"/>
                <a:cs typeface="Segoe UI"/>
              </a:rPr>
              <a:t>TOTAL FTE</a:t>
            </a:r>
          </a:p>
        </p:txBody>
      </p:sp>
      <p:sp>
        <p:nvSpPr>
          <p:cNvPr id="63" name="Input TotalFTE"/>
          <p:cNvSpPr/>
          <p:nvPr/>
        </p:nvSpPr>
        <p:spPr>
          <a:xfrm>
            <a:off x="1234440" y="5486400"/>
            <a:ext cx="2926080" cy="237744"/>
          </a:xfrm>
          <a:prstGeom prst="roundRect">
            <a:avLst>
              <a:gd name="adj" fmla="val 12000"/>
            </a:avLst>
          </a:prstGeom>
          <a:solidFill>
            <a:srgbClr val="EAF2FD"/>
          </a:solidFill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98 FTE (locked)</a:t>
            </a:r>
          </a:p>
        </p:txBody>
      </p:sp>
      <p:sp>
        <p:nvSpPr>
          <p:cNvPr id="64" name="Tag TotalFTE"/>
          <p:cNvSpPr/>
          <p:nvPr/>
        </p:nvSpPr>
        <p:spPr>
          <a:xfrm>
            <a:off x="3063240" y="5513832"/>
            <a:ext cx="1024128" cy="1737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550" b="1" dirty="0">
                <a:solidFill>
                  <a:srgbClr val="1565D8"/>
                </a:solidFill>
                <a:latin typeface="Segoe UI"/>
                <a:cs typeface="Segoe UI"/>
              </a:rPr>
              <a:t>FROM SCOPE STATEMENT</a:t>
            </a:r>
          </a:p>
        </p:txBody>
      </p:sp>
      <p:sp>
        <p:nvSpPr>
          <p:cNvPr id="65" name="Label LangFTE"/>
          <p:cNvSpPr/>
          <p:nvPr/>
        </p:nvSpPr>
        <p:spPr>
          <a:xfrm>
            <a:off x="4297680" y="5321808"/>
            <a:ext cx="3108960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00" b="1" dirty="0">
                <a:solidFill>
                  <a:srgbClr val="6B7280"/>
                </a:solidFill>
                <a:latin typeface="Segoe UI"/>
                <a:cs typeface="Segoe UI"/>
              </a:rPr>
              <a:t>LANGUAGE-DEPENDENT FTE (IF ANY)</a:t>
            </a:r>
          </a:p>
        </p:txBody>
      </p:sp>
      <p:sp>
        <p:nvSpPr>
          <p:cNvPr id="66" name="Input LangFTE"/>
          <p:cNvSpPr/>
          <p:nvPr/>
        </p:nvSpPr>
        <p:spPr>
          <a:xfrm>
            <a:off x="4297680" y="5486400"/>
            <a:ext cx="3108960" cy="2377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4 FTE - Danish</a:t>
            </a:r>
          </a:p>
        </p:txBody>
      </p:sp>
      <p:sp>
        <p:nvSpPr>
          <p:cNvPr id="67" name="Q5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5833872"/>
            <a:ext cx="10698480" cy="71323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68" name="Q5 number"/>
          <p:cNvSpPr/>
          <p:nvPr/>
        </p:nvSpPr>
        <p:spPr>
          <a:xfrm>
            <a:off x="868680" y="5925312"/>
            <a:ext cx="274320" cy="274320"/>
          </a:xfrm>
          <a:prstGeom prst="ellipse">
            <a:avLst/>
          </a:prstGeom>
          <a:solidFill>
            <a:srgbClr val="0B2A4A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Segoe UI"/>
                <a:cs typeface="Segoe UI"/>
              </a:rPr>
              <a:t>5</a:t>
            </a:r>
          </a:p>
        </p:txBody>
      </p:sp>
      <p:sp>
        <p:nvSpPr>
          <p:cNvPr id="69" name="Q5 text"/>
          <p:cNvSpPr/>
          <p:nvPr/>
        </p:nvSpPr>
        <p:spPr>
          <a:xfrm>
            <a:off x="1234440" y="5907024"/>
            <a:ext cx="786384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1" dirty="0">
                <a:solidFill>
                  <a:srgbClr val="1F2937"/>
                </a:solidFill>
                <a:latin typeface="Segoe UI"/>
                <a:cs typeface="Segoe UI"/>
              </a:rPr>
              <a:t>Operating time for this process (UTC)</a:t>
            </a:r>
          </a:p>
        </p:txBody>
      </p:sp>
      <p:sp>
        <p:nvSpPr>
          <p:cNvPr id="70" name="Label Start"/>
          <p:cNvSpPr/>
          <p:nvPr/>
        </p:nvSpPr>
        <p:spPr>
          <a:xfrm>
            <a:off x="1234440" y="6108192"/>
            <a:ext cx="1371600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00" b="1" dirty="0">
                <a:solidFill>
                  <a:srgbClr val="6B7280"/>
                </a:solidFill>
                <a:latin typeface="Segoe UI"/>
                <a:cs typeface="Segoe UI"/>
              </a:rPr>
              <a:t>START (UTC)</a:t>
            </a:r>
          </a:p>
        </p:txBody>
      </p:sp>
      <p:sp>
        <p:nvSpPr>
          <p:cNvPr id="71" name="Input Start"/>
          <p:cNvSpPr/>
          <p:nvPr/>
        </p:nvSpPr>
        <p:spPr>
          <a:xfrm>
            <a:off x="1234440" y="6272784"/>
            <a:ext cx="1371600" cy="2377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06:00</a:t>
            </a:r>
          </a:p>
        </p:txBody>
      </p:sp>
      <p:sp>
        <p:nvSpPr>
          <p:cNvPr id="72" name="Label End"/>
          <p:cNvSpPr/>
          <p:nvPr/>
        </p:nvSpPr>
        <p:spPr>
          <a:xfrm>
            <a:off x="2743200" y="6108192"/>
            <a:ext cx="1371600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00" b="1" dirty="0">
                <a:solidFill>
                  <a:srgbClr val="6B7280"/>
                </a:solidFill>
                <a:latin typeface="Segoe UI"/>
                <a:cs typeface="Segoe UI"/>
              </a:rPr>
              <a:t>END (UTC)</a:t>
            </a:r>
          </a:p>
        </p:txBody>
      </p:sp>
      <p:sp>
        <p:nvSpPr>
          <p:cNvPr id="73" name="Input End"/>
          <p:cNvSpPr/>
          <p:nvPr/>
        </p:nvSpPr>
        <p:spPr>
          <a:xfrm>
            <a:off x="2743200" y="6272784"/>
            <a:ext cx="1371600" cy="2377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16:00</a:t>
            </a:r>
          </a:p>
        </p:txBody>
      </p:sp>
      <p:sp>
        <p:nvSpPr>
          <p:cNvPr id="74" name="Label Days"/>
          <p:cNvSpPr/>
          <p:nvPr/>
        </p:nvSpPr>
        <p:spPr>
          <a:xfrm>
            <a:off x="4251960" y="6108192"/>
            <a:ext cx="3154680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00" b="1" dirty="0">
                <a:solidFill>
                  <a:srgbClr val="6B7280"/>
                </a:solidFill>
                <a:latin typeface="Segoe UI"/>
                <a:cs typeface="Segoe UI"/>
              </a:rPr>
              <a:t>OPERATING DAYS</a:t>
            </a:r>
          </a:p>
        </p:txBody>
      </p:sp>
      <p:sp>
        <p:nvSpPr>
          <p:cNvPr id="75" name="Input Days"/>
          <p:cNvSpPr/>
          <p:nvPr/>
        </p:nvSpPr>
        <p:spPr>
          <a:xfrm>
            <a:off x="4251960" y="6272784"/>
            <a:ext cx="3154680" cy="2377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Monday - Friday</a:t>
            </a:r>
          </a:p>
        </p:txBody>
      </p:sp>
      <p:sp>
        <p:nvSpPr>
          <p:cNvPr id="76" name="Next hint"/>
          <p:cNvSpPr/>
          <p:nvPr/>
        </p:nvSpPr>
        <p:spPr>
          <a:xfrm>
            <a:off x="7589520" y="6263640"/>
            <a:ext cx="3703320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r">
              <a:buNone/>
            </a:pPr>
            <a:r>
              <a:rPr lang="en-US" sz="700" b="0" dirty="0">
                <a:solidFill>
                  <a:srgbClr val="6B7280"/>
                </a:solidFill>
                <a:latin typeface="Segoe UI"/>
                <a:cs typeface="Segoe UI"/>
              </a:rPr>
              <a:t>Questions 6-10 and review continue below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/>
          <p:nvPr/>
        </p:nvSpPr>
        <p:spPr>
          <a:xfrm>
            <a:off x="457200" y="201168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800" b="0" dirty="0">
                <a:solidFill>
                  <a:srgbClr val="000000"/>
                </a:solidFill>
                <a:latin typeface="Segoe UI"/>
                <a:cs typeface="Segoe UI"/>
              </a:rPr>
              <a:t>BCP Questionnaire </a:t>
            </a:r>
            <a:r>
              <a:rPr lang="en-US" sz="1800" b="0">
                <a:solidFill>
                  <a:srgbClr val="000000"/>
                </a:solidFill>
                <a:latin typeface="Segoe UI"/>
                <a:cs typeface="Segoe UI"/>
              </a:rPr>
              <a:t>(</a:t>
            </a:r>
            <a:r>
              <a:rPr lang="en-US" sz="1800" b="0" dirty="0">
                <a:solidFill>
                  <a:srgbClr val="000000"/>
                </a:solidFill>
                <a:latin typeface="Segoe UI"/>
                <a:cs typeface="Segoe UI"/>
              </a:rPr>
              <a:t>2</a:t>
            </a:r>
            <a:r>
              <a:rPr lang="en-US" sz="1800" b="0">
                <a:solidFill>
                  <a:srgbClr val="000000"/>
                </a:solidFill>
                <a:latin typeface="Segoe UI"/>
                <a:cs typeface="Segoe UI"/>
              </a:rPr>
              <a:t> of 2)</a:t>
            </a:r>
          </a:p>
        </p:txBody>
      </p:sp>
      <p:sp>
        <p:nvSpPr>
          <p:cNvPr id="4" name="Subtitle"/>
          <p:cNvSpPr/>
          <p:nvPr/>
        </p:nvSpPr>
        <p:spPr>
          <a:xfrm>
            <a:off x="5486400" y="274320"/>
            <a:ext cx="612648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r">
              <a:buNone/>
            </a:pPr>
            <a:r>
              <a:rPr lang="en-US" sz="900" b="0">
                <a:solidFill>
                  <a:srgbClr val="6B7280"/>
                </a:solidFill>
                <a:latin typeface="Segoe UI"/>
                <a:cs typeface="Segoe UI"/>
              </a:rPr>
              <a:t>Mock-up  |  </a:t>
            </a:r>
            <a:r>
              <a:rPr lang="en-US" sz="900" b="0" dirty="0">
                <a:solidFill>
                  <a:srgbClr val="6B7280"/>
                </a:solidFill>
                <a:latin typeface="Segoe UI"/>
                <a:cs typeface="Segoe UI"/>
              </a:rPr>
              <a:t>Same page, scrolled </a:t>
            </a:r>
            <a:r>
              <a:rPr lang="en-US" sz="900" b="0">
                <a:solidFill>
                  <a:srgbClr val="6B7280"/>
                </a:solidFill>
                <a:latin typeface="Segoe UI"/>
                <a:cs typeface="Segoe UI"/>
              </a:rPr>
              <a:t>to </a:t>
            </a:r>
            <a:r>
              <a:rPr lang="en-US" sz="900" b="0" dirty="0">
                <a:solidFill>
                  <a:srgbClr val="6B7280"/>
                </a:solidFill>
                <a:latin typeface="Segoe UI"/>
                <a:cs typeface="Segoe UI"/>
              </a:rPr>
              <a:t>questions 6-10 and review</a:t>
            </a:r>
            <a:endParaRPr lang="en-US" sz="900" b="0">
              <a:solidFill>
                <a:srgbClr val="6B7280"/>
              </a:solidFill>
              <a:latin typeface="Segoe UI"/>
              <a:cs typeface="Segoe UI"/>
            </a:endParaRPr>
          </a:p>
        </p:txBody>
      </p:sp>
      <p:sp>
        <p:nvSpPr>
          <p:cNvPr id="5" name="App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777240"/>
            <a:ext cx="11064240" cy="5897880"/>
          </a:xfrm>
          <a:prstGeom prst="rect">
            <a:avLst/>
          </a:prstGeom>
          <a:solidFill>
            <a:srgbClr val="F3F6FA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6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777240"/>
            <a:ext cx="110642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7" name="Search"/>
          <p:cNvSpPr/>
          <p:nvPr/>
        </p:nvSpPr>
        <p:spPr>
          <a:xfrm>
            <a:off x="731520" y="841248"/>
            <a:ext cx="3657600" cy="256032"/>
          </a:xfrm>
          <a:prstGeom prst="roundRect">
            <a:avLst>
              <a:gd name="adj" fmla="val 20000"/>
            </a:avLst>
          </a:prstGeom>
          <a:solidFill>
            <a:srgbClr val="F3F6FA"/>
          </a:solidFill>
          <a:ln w="9525">
            <a:solidFill>
              <a:srgbClr val="DDE3EC"/>
            </a:solidFill>
          </a:ln>
        </p:spPr>
        <p:txBody>
          <a:bodyPr wrap="square" lIns="91440" tIns="27432" rIns="91440" bIns="27432" rtlCol="0" anchor="ctr">
            <a:noAutofit/>
          </a:bodyPr>
          <a:lstStyle/>
          <a:p>
            <a:pPr algn="l">
              <a:buNone/>
            </a:pPr>
            <a:r>
              <a:rPr lang="en-US" sz="750" b="0">
                <a:solidFill>
                  <a:srgbClr val="6B7280"/>
                </a:solidFill>
                <a:latin typeface="Segoe UI"/>
                <a:cs typeface="Segoe UI"/>
              </a:rPr>
              <a:t>Search project, request, FTE ID...</a:t>
            </a:r>
          </a:p>
        </p:txBody>
      </p:sp>
      <p:sp>
        <p:nvSpPr>
          <p:cNvPr id="8" name="Avatar"/>
          <p:cNvSpPr/>
          <p:nvPr/>
        </p:nvSpPr>
        <p:spPr>
          <a:xfrm>
            <a:off x="10515600" y="841248"/>
            <a:ext cx="256032" cy="256032"/>
          </a:xfrm>
          <a:prstGeom prst="ellipse">
            <a:avLst/>
          </a:prstGeom>
          <a:solidFill>
            <a:srgbClr val="0B2A4A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700" b="1">
                <a:solidFill>
                  <a:srgbClr val="FFFFFF"/>
                </a:solidFill>
                <a:latin typeface="Segoe UI"/>
                <a:cs typeface="Segoe UI"/>
              </a:rPr>
              <a:t>HJ</a:t>
            </a:r>
          </a:p>
        </p:txBody>
      </p:sp>
      <p:sp>
        <p:nvSpPr>
          <p:cNvPr id="9" name="User name"/>
          <p:cNvSpPr/>
          <p:nvPr/>
        </p:nvSpPr>
        <p:spPr>
          <a:xfrm>
            <a:off x="10808208" y="841248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H. Jacome</a:t>
            </a:r>
          </a:p>
        </p:txBody>
      </p:sp>
      <p:sp>
        <p:nvSpPr>
          <p:cNvPr id="10" name="Breadcrumb"/>
          <p:cNvSpPr/>
          <p:nvPr/>
        </p:nvSpPr>
        <p:spPr>
          <a:xfrm>
            <a:off x="731520" y="1371600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>
                <a:solidFill>
                  <a:srgbClr val="6B7280"/>
                </a:solidFill>
                <a:latin typeface="Segoe UI"/>
                <a:cs typeface="Segoe UI"/>
              </a:rPr>
              <a:t>Projects  &gt;  Ocean EU Hub Migration  &gt;  </a:t>
            </a:r>
            <a:r>
              <a:rPr lang="en-US" sz="700" b="0" dirty="0">
                <a:solidFill>
                  <a:srgbClr val="6B7280"/>
                </a:solidFill>
                <a:latin typeface="Segoe UI"/>
                <a:cs typeface="Segoe UI"/>
              </a:rPr>
              <a:t>BCP Questionnaire</a:t>
            </a:r>
            <a:endParaRPr lang="en-US" sz="700" b="0">
              <a:solidFill>
                <a:srgbClr val="6B7280"/>
              </a:solidFill>
              <a:latin typeface="Segoe UI"/>
              <a:cs typeface="Segoe UI"/>
            </a:endParaRPr>
          </a:p>
        </p:txBody>
      </p:sp>
      <p:sp>
        <p:nvSpPr>
          <p:cNvPr id="11" name="Header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1554480"/>
            <a:ext cx="10698480" cy="56692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12" name="Page title"/>
          <p:cNvSpPr/>
          <p:nvPr/>
        </p:nvSpPr>
        <p:spPr>
          <a:xfrm>
            <a:off x="868680" y="1591056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300" b="1" dirty="0">
                <a:solidFill>
                  <a:srgbClr val="1F2937"/>
                </a:solidFill>
                <a:latin typeface="Segoe UI"/>
                <a:cs typeface="Segoe UI"/>
              </a:rPr>
              <a:t>BCP Questionnaire</a:t>
            </a:r>
            <a:endParaRPr lang="en-US" sz="1300" b="1">
              <a:solidFill>
                <a:srgbClr val="1F2937"/>
              </a:solidFill>
              <a:latin typeface="Segoe UI"/>
              <a:cs typeface="Segoe UI"/>
            </a:endParaRPr>
          </a:p>
        </p:txBody>
      </p:sp>
      <p:sp>
        <p:nvSpPr>
          <p:cNvPr id="13" name="Status chip"/>
          <p:cNvSpPr/>
          <p:nvPr/>
        </p:nvSpPr>
        <p:spPr>
          <a:xfrm>
            <a:off x="2743200" y="1645920"/>
            <a:ext cx="822960" cy="201168"/>
          </a:xfrm>
          <a:prstGeom prst="roundRect">
            <a:avLst>
              <a:gd name="adj" fmla="val 50000"/>
            </a:avLst>
          </a:prstGeom>
          <a:solidFill>
            <a:srgbClr val="EAF2FD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>
                <a:solidFill>
                  <a:srgbClr val="1565D8"/>
                </a:solidFill>
                <a:latin typeface="Segoe UI"/>
                <a:cs typeface="Segoe UI"/>
              </a:rPr>
              <a:t>IN PROGRESS</a:t>
            </a:r>
          </a:p>
        </p:txBody>
      </p:sp>
      <p:sp>
        <p:nvSpPr>
          <p:cNvPr id="14" name="Page subtitle"/>
          <p:cNvSpPr/>
          <p:nvPr/>
        </p:nvSpPr>
        <p:spPr>
          <a:xfrm>
            <a:off x="868680" y="1874519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0">
                <a:solidFill>
                  <a:srgbClr val="6B7280"/>
                </a:solidFill>
                <a:latin typeface="Segoe UI"/>
                <a:cs typeface="Segoe UI"/>
              </a:rPr>
              <a:t>Ocean EU Hub Migration  |  PRJ-2026-014  |  Phase: Initiate  |  Last saved 14 Oct 2026, 10:42</a:t>
            </a:r>
          </a:p>
        </p:txBody>
      </p:sp>
      <p:sp>
        <p:nvSpPr>
          <p:cNvPr id="15" name="Export button"/>
          <p:cNvSpPr/>
          <p:nvPr/>
        </p:nvSpPr>
        <p:spPr>
          <a:xfrm>
            <a:off x="9646920" y="1719072"/>
            <a:ext cx="73152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>
                <a:solidFill>
                  <a:srgbClr val="1F2937"/>
                </a:solidFill>
                <a:latin typeface="Segoe UI"/>
                <a:cs typeface="Segoe UI"/>
              </a:rPr>
              <a:t>Export</a:t>
            </a:r>
          </a:p>
        </p:txBody>
      </p:sp>
      <p:sp>
        <p:nvSpPr>
          <p:cNvPr id="16" name="Save draft button"/>
          <p:cNvSpPr/>
          <p:nvPr/>
        </p:nvSpPr>
        <p:spPr>
          <a:xfrm>
            <a:off x="10469880" y="1719072"/>
            <a:ext cx="82296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1565D8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>
                <a:solidFill>
                  <a:srgbClr val="1565D8"/>
                </a:solidFill>
                <a:latin typeface="Segoe UI"/>
                <a:cs typeface="Segoe UI"/>
              </a:rPr>
              <a:t>Save draft</a:t>
            </a:r>
          </a:p>
        </p:txBody>
      </p:sp>
      <p:sp>
        <p:nvSpPr>
          <p:cNvPr id="17" name="Q6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2240280"/>
            <a:ext cx="10698480" cy="56692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18" name="Q6 number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868680" y="2331720"/>
            <a:ext cx="274320" cy="274320"/>
          </a:xfrm>
          <a:prstGeom prst="ellipse">
            <a:avLst/>
          </a:prstGeom>
          <a:solidFill>
            <a:srgbClr val="0B2A4A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Segoe UI"/>
                <a:cs typeface="Segoe UI"/>
              </a:rPr>
              <a:t>6</a:t>
            </a:r>
          </a:p>
        </p:txBody>
      </p:sp>
      <p:sp>
        <p:nvSpPr>
          <p:cNvPr id="19" name="Q6 text"/>
          <p:cNvSpPr/>
          <p:nvPr/>
        </p:nvSpPr>
        <p:spPr>
          <a:xfrm>
            <a:off x="1234440" y="2313432"/>
            <a:ext cx="786384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1" dirty="0">
                <a:solidFill>
                  <a:srgbClr val="1F2937"/>
                </a:solidFill>
                <a:latin typeface="Segoe UI"/>
                <a:cs typeface="Segoe UI"/>
              </a:rPr>
              <a:t>Which applications are currently used?</a:t>
            </a:r>
          </a:p>
        </p:txBody>
      </p:sp>
      <p:sp>
        <p:nvSpPr>
          <p:cNvPr id="20" name="App SAP"/>
          <p:cNvSpPr/>
          <p:nvPr/>
        </p:nvSpPr>
        <p:spPr>
          <a:xfrm>
            <a:off x="1234440" y="2542032"/>
            <a:ext cx="1508760" cy="201168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1F2937"/>
                </a:solidFill>
                <a:latin typeface="Segoe UI"/>
                <a:cs typeface="Segoe UI"/>
              </a:rPr>
              <a:t>SAP   x</a:t>
            </a:r>
          </a:p>
        </p:txBody>
      </p:sp>
      <p:sp>
        <p:nvSpPr>
          <p:cNvPr id="21" name="App Documentation system"/>
          <p:cNvSpPr/>
          <p:nvPr/>
        </p:nvSpPr>
        <p:spPr>
          <a:xfrm>
            <a:off x="2834640" y="2542032"/>
            <a:ext cx="1508760" cy="201168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1F2937"/>
                </a:solidFill>
                <a:latin typeface="Segoe UI"/>
                <a:cs typeface="Segoe UI"/>
              </a:rPr>
              <a:t>Documentation system   x</a:t>
            </a:r>
          </a:p>
        </p:txBody>
      </p:sp>
      <p:sp>
        <p:nvSpPr>
          <p:cNvPr id="22" name="App Outlook / shared mailbox"/>
          <p:cNvSpPr/>
          <p:nvPr/>
        </p:nvSpPr>
        <p:spPr>
          <a:xfrm>
            <a:off x="4434840" y="2542032"/>
            <a:ext cx="1508760" cy="201168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00" b="1" dirty="0">
                <a:solidFill>
                  <a:srgbClr val="1F2937"/>
                </a:solidFill>
                <a:latin typeface="Segoe UI"/>
                <a:cs typeface="Segoe UI"/>
              </a:rPr>
              <a:t>Outlook / shared mailbox   x</a:t>
            </a:r>
          </a:p>
        </p:txBody>
      </p:sp>
      <p:sp>
        <p:nvSpPr>
          <p:cNvPr id="23" name="Add app"/>
          <p:cNvSpPr/>
          <p:nvPr/>
        </p:nvSpPr>
        <p:spPr>
          <a:xfrm>
            <a:off x="6080760" y="2523744"/>
            <a:ext cx="1280160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1" dirty="0">
                <a:solidFill>
                  <a:srgbClr val="1565D8"/>
                </a:solidFill>
                <a:latin typeface="Segoe UI"/>
                <a:cs typeface="Segoe UI"/>
              </a:rPr>
              <a:t>+ Add application</a:t>
            </a:r>
          </a:p>
        </p:txBody>
      </p:sp>
      <p:sp>
        <p:nvSpPr>
          <p:cNvPr id="24" name="Q7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2843784"/>
            <a:ext cx="10698480" cy="71323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25" name="Q7 number"/>
          <p:cNvSpPr/>
          <p:nvPr/>
        </p:nvSpPr>
        <p:spPr>
          <a:xfrm>
            <a:off x="868680" y="2935224"/>
            <a:ext cx="274320" cy="274320"/>
          </a:xfrm>
          <a:prstGeom prst="ellipse">
            <a:avLst/>
          </a:prstGeom>
          <a:solidFill>
            <a:srgbClr val="0B2A4A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Segoe UI"/>
                <a:cs typeface="Segoe UI"/>
              </a:rPr>
              <a:t>7</a:t>
            </a:r>
          </a:p>
        </p:txBody>
      </p:sp>
      <p:sp>
        <p:nvSpPr>
          <p:cNvPr id="26" name="Q7 text"/>
          <p:cNvSpPr/>
          <p:nvPr/>
        </p:nvSpPr>
        <p:spPr>
          <a:xfrm>
            <a:off x="1234440" y="2916936"/>
            <a:ext cx="786384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1" dirty="0">
                <a:solidFill>
                  <a:srgbClr val="1F2937"/>
                </a:solidFill>
                <a:latin typeface="Segoe UI"/>
                <a:cs typeface="Segoe UI"/>
              </a:rPr>
              <a:t>Which GSC currently performs this process, and which GSC will receive the scope?</a:t>
            </a:r>
          </a:p>
        </p:txBody>
      </p:sp>
      <p:sp>
        <p:nvSpPr>
          <p:cNvPr id="27" name="Label CurrentGSC"/>
          <p:cNvSpPr/>
          <p:nvPr/>
        </p:nvSpPr>
        <p:spPr>
          <a:xfrm>
            <a:off x="1234440" y="3118104"/>
            <a:ext cx="2926080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00" b="1" dirty="0">
                <a:solidFill>
                  <a:srgbClr val="6B7280"/>
                </a:solidFill>
                <a:latin typeface="Segoe UI"/>
                <a:cs typeface="Segoe UI"/>
              </a:rPr>
              <a:t>CURRENT GSC</a:t>
            </a:r>
          </a:p>
        </p:txBody>
      </p:sp>
      <p:sp>
        <p:nvSpPr>
          <p:cNvPr id="28" name="Input CurrentGSC"/>
          <p:cNvSpPr/>
          <p:nvPr/>
        </p:nvSpPr>
        <p:spPr>
          <a:xfrm>
            <a:off x="1234440" y="3282696"/>
            <a:ext cx="2926080" cy="2377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None - new process (from Q1)</a:t>
            </a:r>
          </a:p>
        </p:txBody>
      </p:sp>
      <p:sp>
        <p:nvSpPr>
          <p:cNvPr id="29" name="Label ExpectedGSC"/>
          <p:cNvSpPr/>
          <p:nvPr/>
        </p:nvSpPr>
        <p:spPr>
          <a:xfrm>
            <a:off x="4297680" y="3118104"/>
            <a:ext cx="3108960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00" b="1" dirty="0">
                <a:solidFill>
                  <a:srgbClr val="6B7280"/>
                </a:solidFill>
                <a:latin typeface="Segoe UI"/>
                <a:cs typeface="Segoe UI"/>
              </a:rPr>
              <a:t>EXPECTED GSC FOR MIGRATION</a:t>
            </a:r>
          </a:p>
        </p:txBody>
      </p:sp>
      <p:sp>
        <p:nvSpPr>
          <p:cNvPr id="30" name="Input ExpectedGSC"/>
          <p:cNvSpPr/>
          <p:nvPr/>
        </p:nvSpPr>
        <p:spPr>
          <a:xfrm>
            <a:off x="4297680" y="3282696"/>
            <a:ext cx="3108960" cy="237744"/>
          </a:xfrm>
          <a:prstGeom prst="roundRect">
            <a:avLst>
              <a:gd name="adj" fmla="val 12000"/>
            </a:avLst>
          </a:prstGeom>
          <a:solidFill>
            <a:srgbClr val="EAF2FD"/>
          </a:solidFill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GSC Mumbai</a:t>
            </a:r>
          </a:p>
        </p:txBody>
      </p:sp>
      <p:sp>
        <p:nvSpPr>
          <p:cNvPr id="31" name="Tag ExpectedGSC"/>
          <p:cNvSpPr/>
          <p:nvPr/>
        </p:nvSpPr>
        <p:spPr>
          <a:xfrm>
            <a:off x="6720840" y="3310128"/>
            <a:ext cx="612648" cy="1737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550" b="1" dirty="0">
                <a:solidFill>
                  <a:srgbClr val="1565D8"/>
                </a:solidFill>
                <a:latin typeface="Segoe UI"/>
                <a:cs typeface="Segoe UI"/>
              </a:rPr>
              <a:t>FROM INTAKE</a:t>
            </a:r>
          </a:p>
        </p:txBody>
      </p:sp>
      <p:sp>
        <p:nvSpPr>
          <p:cNvPr id="32" name="Q8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3593592"/>
            <a:ext cx="10698480" cy="56692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33" name="Q8 number"/>
          <p:cNvSpPr/>
          <p:nvPr/>
        </p:nvSpPr>
        <p:spPr>
          <a:xfrm>
            <a:off x="868680" y="3685032"/>
            <a:ext cx="274320" cy="274320"/>
          </a:xfrm>
          <a:prstGeom prst="ellipse">
            <a:avLst/>
          </a:prstGeom>
          <a:solidFill>
            <a:srgbClr val="0B2A4A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Segoe UI"/>
                <a:cs typeface="Segoe UI"/>
              </a:rPr>
              <a:t>8</a:t>
            </a:r>
          </a:p>
        </p:txBody>
      </p:sp>
      <p:sp>
        <p:nvSpPr>
          <p:cNvPr id="34" name="Q8 text"/>
          <p:cNvSpPr/>
          <p:nvPr/>
        </p:nvSpPr>
        <p:spPr>
          <a:xfrm>
            <a:off x="1234440" y="3666744"/>
            <a:ext cx="786384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1" dirty="0">
                <a:solidFill>
                  <a:srgbClr val="1F2937"/>
                </a:solidFill>
                <a:latin typeface="Segoe UI"/>
                <a:cs typeface="Segoe UI"/>
              </a:rPr>
              <a:t>Would you recommend migrating the process to two different GSCs for better resilience?</a:t>
            </a:r>
          </a:p>
        </p:txBody>
      </p:sp>
      <p:sp>
        <p:nvSpPr>
          <p:cNvPr id="35" name="Callout 4" descr="Callout 4 - see developer guide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1109960" y="3703320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36" name="Q8 Yes"/>
          <p:cNvSpPr/>
          <p:nvPr/>
        </p:nvSpPr>
        <p:spPr>
          <a:xfrm>
            <a:off x="1234440" y="3877056"/>
            <a:ext cx="73152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Yes</a:t>
            </a:r>
          </a:p>
        </p:txBody>
      </p:sp>
      <p:sp>
        <p:nvSpPr>
          <p:cNvPr id="37" name="Q8 No"/>
          <p:cNvSpPr/>
          <p:nvPr/>
        </p:nvSpPr>
        <p:spPr>
          <a:xfrm>
            <a:off x="1965960" y="3877056"/>
            <a:ext cx="73152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No</a:t>
            </a:r>
          </a:p>
        </p:txBody>
      </p:sp>
      <p:sp>
        <p:nvSpPr>
          <p:cNvPr id="38" name="Q8 Maybe"/>
          <p:cNvSpPr/>
          <p:nvPr/>
        </p:nvSpPr>
        <p:spPr>
          <a:xfrm>
            <a:off x="2697480" y="3877056"/>
            <a:ext cx="731520" cy="237744"/>
          </a:xfrm>
          <a:prstGeom prst="rect">
            <a:avLst/>
          </a:prstGeom>
          <a:solidFill>
            <a:srgbClr val="1565D8"/>
          </a:solidFill>
          <a:ln w="9525">
            <a:solidFill>
              <a:srgbClr val="1565D8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 dirty="0">
                <a:solidFill>
                  <a:srgbClr val="FFFFFF"/>
                </a:solidFill>
                <a:latin typeface="Segoe UI"/>
                <a:cs typeface="Segoe UI"/>
              </a:rPr>
              <a:t>Maybe</a:t>
            </a:r>
          </a:p>
        </p:txBody>
      </p:sp>
      <p:sp>
        <p:nvSpPr>
          <p:cNvPr id="39" name="Q8 comment"/>
          <p:cNvSpPr/>
          <p:nvPr/>
        </p:nvSpPr>
        <p:spPr>
          <a:xfrm>
            <a:off x="3520440" y="3877056"/>
            <a:ext cx="7772400" cy="2377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Consider a second site for peak-month backup</a:t>
            </a:r>
          </a:p>
        </p:txBody>
      </p:sp>
      <p:sp>
        <p:nvSpPr>
          <p:cNvPr id="40" name="Q9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4197096"/>
            <a:ext cx="10698480" cy="56692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41" name="Q9 number"/>
          <p:cNvSpPr/>
          <p:nvPr/>
        </p:nvSpPr>
        <p:spPr>
          <a:xfrm>
            <a:off x="868680" y="4288536"/>
            <a:ext cx="274320" cy="274320"/>
          </a:xfrm>
          <a:prstGeom prst="ellipse">
            <a:avLst/>
          </a:prstGeom>
          <a:solidFill>
            <a:srgbClr val="0B2A4A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Segoe UI"/>
                <a:cs typeface="Segoe UI"/>
              </a:rPr>
              <a:t>9</a:t>
            </a:r>
          </a:p>
        </p:txBody>
      </p:sp>
      <p:sp>
        <p:nvSpPr>
          <p:cNvPr id="42" name="Q9 text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234440" y="4270248"/>
            <a:ext cx="786384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1" dirty="0">
                <a:solidFill>
                  <a:srgbClr val="1F2937"/>
                </a:solidFill>
                <a:latin typeface="Segoe UI"/>
                <a:cs typeface="Segoe UI"/>
              </a:rPr>
              <a:t>After migration, will the Area retain competent FTE as contingency support for the GSC?</a:t>
            </a:r>
          </a:p>
        </p:txBody>
      </p:sp>
      <p:sp>
        <p:nvSpPr>
          <p:cNvPr id="43" name="Q9 Yes"/>
          <p:cNvSpPr/>
          <p:nvPr/>
        </p:nvSpPr>
        <p:spPr>
          <a:xfrm>
            <a:off x="1234440" y="4480559"/>
            <a:ext cx="731520" cy="237744"/>
          </a:xfrm>
          <a:prstGeom prst="rect">
            <a:avLst/>
          </a:prstGeom>
          <a:solidFill>
            <a:srgbClr val="1565D8"/>
          </a:solidFill>
          <a:ln w="9525">
            <a:solidFill>
              <a:srgbClr val="1565D8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 dirty="0">
                <a:solidFill>
                  <a:srgbClr val="FFFFFF"/>
                </a:solidFill>
                <a:latin typeface="Segoe UI"/>
                <a:cs typeface="Segoe UI"/>
              </a:rPr>
              <a:t>Yes</a:t>
            </a:r>
          </a:p>
        </p:txBody>
      </p:sp>
      <p:sp>
        <p:nvSpPr>
          <p:cNvPr id="44" name="Q9 No"/>
          <p:cNvSpPr/>
          <p:nvPr/>
        </p:nvSpPr>
        <p:spPr>
          <a:xfrm>
            <a:off x="1965960" y="4480559"/>
            <a:ext cx="73152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No</a:t>
            </a:r>
          </a:p>
        </p:txBody>
      </p:sp>
      <p:sp>
        <p:nvSpPr>
          <p:cNvPr id="45" name="Q9 detail"/>
          <p:cNvSpPr/>
          <p:nvPr/>
        </p:nvSpPr>
        <p:spPr>
          <a:xfrm>
            <a:off x="2788920" y="4480559"/>
            <a:ext cx="8503920" cy="2377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2 FTE (JL3) retained until 3 months after hypercare exit</a:t>
            </a:r>
          </a:p>
        </p:txBody>
      </p:sp>
      <p:sp>
        <p:nvSpPr>
          <p:cNvPr id="46" name="Q10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4800600"/>
            <a:ext cx="10698480" cy="56692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47" name="Q10 number"/>
          <p:cNvSpPr/>
          <p:nvPr/>
        </p:nvSpPr>
        <p:spPr>
          <a:xfrm>
            <a:off x="868680" y="4892040"/>
            <a:ext cx="274320" cy="274320"/>
          </a:xfrm>
          <a:prstGeom prst="ellipse">
            <a:avLst/>
          </a:prstGeom>
          <a:solidFill>
            <a:srgbClr val="0B2A4A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Segoe UI"/>
                <a:cs typeface="Segoe UI"/>
              </a:rPr>
              <a:t>10</a:t>
            </a:r>
          </a:p>
        </p:txBody>
      </p:sp>
      <p:sp>
        <p:nvSpPr>
          <p:cNvPr id="48" name="Q10 text"/>
          <p:cNvSpPr/>
          <p:nvPr/>
        </p:nvSpPr>
        <p:spPr>
          <a:xfrm>
            <a:off x="1234440" y="4873752"/>
            <a:ext cx="786384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1" dirty="0">
                <a:solidFill>
                  <a:srgbClr val="1F2937"/>
                </a:solidFill>
                <a:latin typeface="Segoe UI"/>
                <a:cs typeface="Segoe UI"/>
              </a:rPr>
              <a:t>Any other information to consider for setting up BCP in GSC?</a:t>
            </a:r>
          </a:p>
        </p:txBody>
      </p:sp>
      <p:sp>
        <p:nvSpPr>
          <p:cNvPr id="49" name="Q10 text"/>
          <p:cNvSpPr/>
          <p:nvPr/>
        </p:nvSpPr>
        <p:spPr>
          <a:xfrm>
            <a:off x="1234440" y="5084064"/>
            <a:ext cx="10058400" cy="2377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Month-end close cannot slip; documentation system has no offline mode.</a:t>
            </a:r>
          </a:p>
        </p:txBody>
      </p:sp>
      <p:sp>
        <p:nvSpPr>
          <p:cNvPr id="50" name="Review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5413248"/>
            <a:ext cx="10698480" cy="11887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 dirty="0"/>
          </a:p>
        </p:txBody>
      </p:sp>
      <p:sp>
        <p:nvSpPr>
          <p:cNvPr id="51" name="Callout 5" descr="Callout 5 - see developer guide"/>
          <p:cNvSpPr/>
          <p:nvPr/>
        </p:nvSpPr>
        <p:spPr>
          <a:xfrm>
            <a:off x="868680" y="5486400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Segoe UI"/>
                <a:cs typeface="Segoe UI"/>
              </a:rPr>
              <a:t>5</a:t>
            </a:r>
          </a:p>
        </p:txBody>
      </p:sp>
      <p:sp>
        <p:nvSpPr>
          <p:cNvPr id="52" name="Review title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124712" y="545896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000" b="1" dirty="0">
                <a:solidFill>
                  <a:srgbClr val="1F2937"/>
                </a:solidFill>
                <a:latin typeface="Segoe UI"/>
                <a:cs typeface="Segoe UI"/>
              </a:rPr>
              <a:t>Review &amp; sign-off</a:t>
            </a:r>
          </a:p>
        </p:txBody>
      </p:sp>
      <p:sp>
        <p:nvSpPr>
          <p:cNvPr id="53" name="Flags label"/>
          <p:cNvSpPr/>
          <p:nvPr/>
        </p:nvSpPr>
        <p:spPr>
          <a:xfrm>
            <a:off x="868680" y="5760720"/>
            <a:ext cx="45720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00" b="1" dirty="0">
                <a:solidFill>
                  <a:srgbClr val="6B7280"/>
                </a:solidFill>
                <a:latin typeface="Segoe UI"/>
                <a:cs typeface="Segoe UI"/>
              </a:rPr>
              <a:t>RESILIENCE ATTENTION FLAGS</a:t>
            </a:r>
          </a:p>
        </p:txBody>
      </p:sp>
      <p:sp>
        <p:nvSpPr>
          <p:cNvPr id="54" name="Flag Critical"/>
          <p:cNvSpPr/>
          <p:nvPr/>
        </p:nvSpPr>
        <p:spPr>
          <a:xfrm>
            <a:off x="868680" y="5943600"/>
            <a:ext cx="1069848" cy="201168"/>
          </a:xfrm>
          <a:prstGeom prst="roundRect">
            <a:avLst>
              <a:gd name="adj" fmla="val 50000"/>
            </a:avLst>
          </a:prstGeom>
          <a:solidFill>
            <a:srgbClr val="FFF4E0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 dirty="0">
                <a:solidFill>
                  <a:srgbClr val="B26A00"/>
                </a:solidFill>
                <a:latin typeface="Segoe UI"/>
                <a:cs typeface="Segoe UI"/>
              </a:rPr>
              <a:t>Critical</a:t>
            </a:r>
          </a:p>
        </p:txBody>
      </p:sp>
      <p:sp>
        <p:nvSpPr>
          <p:cNvPr id="55" name="Flag Single-site"/>
          <p:cNvSpPr/>
          <p:nvPr/>
        </p:nvSpPr>
        <p:spPr>
          <a:xfrm>
            <a:off x="2011680" y="5943600"/>
            <a:ext cx="1069848" cy="201168"/>
          </a:xfrm>
          <a:prstGeom prst="roundRect">
            <a:avLst>
              <a:gd name="adj" fmla="val 50000"/>
            </a:avLst>
          </a:prstGeom>
          <a:solidFill>
            <a:srgbClr val="FFF4E0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 dirty="0">
                <a:solidFill>
                  <a:srgbClr val="B26A00"/>
                </a:solidFill>
                <a:latin typeface="Segoe UI"/>
                <a:cs typeface="Segoe UI"/>
              </a:rPr>
              <a:t>Single-site</a:t>
            </a:r>
          </a:p>
        </p:txBody>
      </p:sp>
      <p:sp>
        <p:nvSpPr>
          <p:cNvPr id="56" name="Flag System-sensitive"/>
          <p:cNvSpPr/>
          <p:nvPr/>
        </p:nvSpPr>
        <p:spPr>
          <a:xfrm>
            <a:off x="3154680" y="5943600"/>
            <a:ext cx="1069848" cy="201168"/>
          </a:xfrm>
          <a:prstGeom prst="roundRect">
            <a:avLst>
              <a:gd name="adj" fmla="val 50000"/>
            </a:avLst>
          </a:prstGeom>
          <a:solidFill>
            <a:srgbClr val="FFF4E0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 dirty="0">
                <a:solidFill>
                  <a:srgbClr val="B26A00"/>
                </a:solidFill>
                <a:latin typeface="Segoe UI"/>
                <a:cs typeface="Segoe UI"/>
              </a:rPr>
              <a:t>System-sensitive</a:t>
            </a:r>
          </a:p>
        </p:txBody>
      </p:sp>
      <p:sp>
        <p:nvSpPr>
          <p:cNvPr id="57" name="Flag Backlog-prone"/>
          <p:cNvSpPr/>
          <p:nvPr/>
        </p:nvSpPr>
        <p:spPr>
          <a:xfrm>
            <a:off x="868680" y="6199632"/>
            <a:ext cx="1069848" cy="201168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Backlog-prone</a:t>
            </a:r>
          </a:p>
        </p:txBody>
      </p:sp>
      <p:sp>
        <p:nvSpPr>
          <p:cNvPr id="58" name="Flag Complex"/>
          <p:cNvSpPr/>
          <p:nvPr/>
        </p:nvSpPr>
        <p:spPr>
          <a:xfrm>
            <a:off x="2011680" y="6199632"/>
            <a:ext cx="1069848" cy="201168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Complex</a:t>
            </a:r>
          </a:p>
        </p:txBody>
      </p:sp>
      <p:sp>
        <p:nvSpPr>
          <p:cNvPr id="59" name="Flag Crisis-impacting"/>
          <p:cNvSpPr/>
          <p:nvPr/>
        </p:nvSpPr>
        <p:spPr>
          <a:xfrm>
            <a:off x="3154680" y="6199632"/>
            <a:ext cx="1069848" cy="201168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 dirty="0">
                <a:solidFill>
                  <a:srgbClr val="6B7280"/>
                </a:solidFill>
                <a:latin typeface="Segoe UI"/>
                <a:cs typeface="Segoe UI"/>
              </a:rPr>
              <a:t>Crisis-impacting</a:t>
            </a:r>
          </a:p>
        </p:txBody>
      </p:sp>
      <p:sp>
        <p:nvSpPr>
          <p:cNvPr id="60" name="Actions label"/>
          <p:cNvSpPr/>
          <p:nvPr/>
        </p:nvSpPr>
        <p:spPr>
          <a:xfrm>
            <a:off x="4434840" y="5760720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00" b="1" dirty="0">
                <a:solidFill>
                  <a:srgbClr val="6B7280"/>
                </a:solidFill>
                <a:latin typeface="Segoe UI"/>
                <a:cs typeface="Segoe UI"/>
              </a:rPr>
              <a:t>MITIGATION ACTIONS</a:t>
            </a:r>
          </a:p>
        </p:txBody>
      </p:sp>
      <p:sp>
        <p:nvSpPr>
          <p:cNvPr id="61" name="Actions text"/>
          <p:cNvSpPr/>
          <p:nvPr/>
        </p:nvSpPr>
        <p:spPr>
          <a:xfrm>
            <a:off x="4434840" y="5925312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t">
            <a:noAutofit/>
          </a:bodyPr>
          <a:lstStyle/>
          <a:p>
            <a:pPr marL="114300" indent="-114300" algn="l">
              <a:buFont typeface="Arial"/>
              <a:buChar char="•"/>
            </a:pPr>
            <a:r>
              <a:rPr lang="en-US" sz="700" b="0" dirty="0">
                <a:solidFill>
                  <a:srgbClr val="1F2937"/>
                </a:solidFill>
                <a:latin typeface="Segoe UI"/>
                <a:cs typeface="Segoe UI"/>
              </a:rPr>
              <a:t>Backup site for peak months: V. Rao, Jan 2027</a:t>
            </a:r>
          </a:p>
          <a:p>
            <a:pPr marL="114300" indent="-114300" algn="l">
              <a:spcBef>
                <a:spcPts val="100"/>
              </a:spcBef>
              <a:buFont typeface="Arial"/>
              <a:buChar char="•"/>
            </a:pPr>
            <a:r>
              <a:rPr lang="en-US" sz="700" b="0" dirty="0">
                <a:solidFill>
                  <a:srgbClr val="1F2937"/>
                </a:solidFill>
                <a:latin typeface="Segoe UI"/>
                <a:cs typeface="Segoe UI"/>
              </a:rPr>
              <a:t>Offline SOP for doc system: S. Nielsen, Dec 2026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700" b="1" dirty="0">
                <a:solidFill>
                  <a:srgbClr val="1565D8"/>
                </a:solidFill>
                <a:latin typeface="Segoe UI"/>
                <a:cs typeface="Segoe UI"/>
              </a:rPr>
              <a:t>+ Add action</a:t>
            </a:r>
          </a:p>
        </p:txBody>
      </p:sp>
      <p:sp>
        <p:nvSpPr>
          <p:cNvPr id="62" name="Reviewers label"/>
          <p:cNvSpPr/>
          <p:nvPr/>
        </p:nvSpPr>
        <p:spPr>
          <a:xfrm>
            <a:off x="7086600" y="5760720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00" b="1" dirty="0">
                <a:solidFill>
                  <a:srgbClr val="6B7280"/>
                </a:solidFill>
                <a:latin typeface="Segoe UI"/>
                <a:cs typeface="Segoe UI"/>
              </a:rPr>
              <a:t>JOINT REVIEW (FROM STAKEHOLDER REGISTRATION)</a:t>
            </a:r>
          </a:p>
        </p:txBody>
      </p:sp>
      <p:sp>
        <p:nvSpPr>
          <p:cNvPr id="63" name="Reviewer 0"/>
          <p:cNvSpPr/>
          <p:nvPr/>
        </p:nvSpPr>
        <p:spPr>
          <a:xfrm>
            <a:off x="7086600" y="5925312"/>
            <a:ext cx="2011680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 dirty="0">
                <a:solidFill>
                  <a:srgbClr val="1F2937"/>
                </a:solidFill>
                <a:latin typeface="Segoe UI"/>
                <a:cs typeface="Segoe UI"/>
              </a:rPr>
              <a:t>Migration: H. Jacome</a:t>
            </a:r>
          </a:p>
        </p:txBody>
      </p:sp>
      <p:sp>
        <p:nvSpPr>
          <p:cNvPr id="64" name="Reviewer status 0"/>
          <p:cNvSpPr/>
          <p:nvPr/>
        </p:nvSpPr>
        <p:spPr>
          <a:xfrm>
            <a:off x="9052560" y="5925312"/>
            <a:ext cx="640080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1" dirty="0">
                <a:solidFill>
                  <a:srgbClr val="1E8E3E"/>
                </a:solidFill>
                <a:latin typeface="Segoe UI"/>
                <a:cs typeface="Segoe UI"/>
              </a:rPr>
              <a:t>Reviewed</a:t>
            </a:r>
          </a:p>
        </p:txBody>
      </p:sp>
      <p:sp>
        <p:nvSpPr>
          <p:cNvPr id="65" name="Reviewer 1"/>
          <p:cNvSpPr/>
          <p:nvPr/>
        </p:nvSpPr>
        <p:spPr>
          <a:xfrm>
            <a:off x="7086600" y="6080760"/>
            <a:ext cx="2011680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 dirty="0">
                <a:solidFill>
                  <a:srgbClr val="1F2937"/>
                </a:solidFill>
                <a:latin typeface="Segoe UI"/>
                <a:cs typeface="Segoe UI"/>
              </a:rPr>
              <a:t>Area: M. Hansen</a:t>
            </a:r>
          </a:p>
        </p:txBody>
      </p:sp>
      <p:sp>
        <p:nvSpPr>
          <p:cNvPr id="66" name="Reviewer status 1"/>
          <p:cNvSpPr/>
          <p:nvPr/>
        </p:nvSpPr>
        <p:spPr>
          <a:xfrm>
            <a:off x="9052560" y="6080760"/>
            <a:ext cx="640080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1" dirty="0">
                <a:solidFill>
                  <a:srgbClr val="1E8E3E"/>
                </a:solidFill>
                <a:latin typeface="Segoe UI"/>
                <a:cs typeface="Segoe UI"/>
              </a:rPr>
              <a:t>Reviewed</a:t>
            </a:r>
          </a:p>
        </p:txBody>
      </p:sp>
      <p:sp>
        <p:nvSpPr>
          <p:cNvPr id="67" name="Reviewer 2"/>
          <p:cNvSpPr/>
          <p:nvPr/>
        </p:nvSpPr>
        <p:spPr>
          <a:xfrm>
            <a:off x="7086600" y="6236208"/>
            <a:ext cx="2011680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 dirty="0">
                <a:solidFill>
                  <a:srgbClr val="1F2937"/>
                </a:solidFill>
                <a:latin typeface="Segoe UI"/>
                <a:cs typeface="Segoe UI"/>
              </a:rPr>
              <a:t>Execution: V. Rao</a:t>
            </a:r>
          </a:p>
        </p:txBody>
      </p:sp>
      <p:sp>
        <p:nvSpPr>
          <p:cNvPr id="68" name="Reviewer status 2"/>
          <p:cNvSpPr/>
          <p:nvPr/>
        </p:nvSpPr>
        <p:spPr>
          <a:xfrm>
            <a:off x="9052560" y="6236208"/>
            <a:ext cx="640080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1" dirty="0">
                <a:solidFill>
                  <a:srgbClr val="B26A00"/>
                </a:solidFill>
                <a:latin typeface="Segoe UI"/>
                <a:cs typeface="Segoe UI"/>
              </a:rPr>
              <a:t>Pending</a:t>
            </a:r>
          </a:p>
        </p:txBody>
      </p:sp>
      <p:sp>
        <p:nvSpPr>
          <p:cNvPr id="69" name="Reviewer 3"/>
          <p:cNvSpPr/>
          <p:nvPr/>
        </p:nvSpPr>
        <p:spPr>
          <a:xfrm>
            <a:off x="7086600" y="6391656"/>
            <a:ext cx="2011680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 dirty="0">
                <a:solidFill>
                  <a:srgbClr val="1F2937"/>
                </a:solidFill>
                <a:latin typeface="Segoe UI"/>
                <a:cs typeface="Segoe UI"/>
              </a:rPr>
              <a:t>Business Resilience: R. Kumar</a:t>
            </a:r>
          </a:p>
        </p:txBody>
      </p:sp>
      <p:sp>
        <p:nvSpPr>
          <p:cNvPr id="70" name="Reviewer status 3"/>
          <p:cNvSpPr/>
          <p:nvPr/>
        </p:nvSpPr>
        <p:spPr>
          <a:xfrm>
            <a:off x="9052560" y="6391656"/>
            <a:ext cx="640080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1" dirty="0">
                <a:solidFill>
                  <a:srgbClr val="B26A00"/>
                </a:solidFill>
                <a:latin typeface="Segoe UI"/>
                <a:cs typeface="Segoe UI"/>
              </a:rPr>
              <a:t>Pending</a:t>
            </a:r>
          </a:p>
        </p:txBody>
      </p:sp>
      <p:sp>
        <p:nvSpPr>
          <p:cNvPr id="71" name="Submit review button"/>
          <p:cNvSpPr/>
          <p:nvPr/>
        </p:nvSpPr>
        <p:spPr>
          <a:xfrm>
            <a:off x="9921240" y="5486400"/>
            <a:ext cx="1371600" cy="219456"/>
          </a:xfrm>
          <a:prstGeom prst="roundRect">
            <a:avLst>
              <a:gd name="adj" fmla="val 15000"/>
            </a:avLst>
          </a:prstGeom>
          <a:solidFill>
            <a:srgbClr val="1565D8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 dirty="0">
                <a:solidFill>
                  <a:srgbClr val="FFFFFF"/>
                </a:solidFill>
                <a:latin typeface="Segoe UI"/>
                <a:cs typeface="Segoe UI"/>
              </a:rPr>
              <a:t>Submit for review</a:t>
            </a:r>
          </a:p>
        </p:txBody>
      </p:sp>
      <p:sp>
        <p:nvSpPr>
          <p:cNvPr id="72" name="Signoff button"/>
          <p:cNvSpPr/>
          <p:nvPr/>
        </p:nvSpPr>
        <p:spPr>
          <a:xfrm>
            <a:off x="9921240" y="5779008"/>
            <a:ext cx="1371600" cy="219456"/>
          </a:xfrm>
          <a:prstGeom prst="roundRect">
            <a:avLst>
              <a:gd name="adj" fmla="val 15000"/>
            </a:avLst>
          </a:prstGeom>
          <a:solidFill>
            <a:srgbClr val="1E8E3E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 dirty="0">
                <a:solidFill>
                  <a:srgbClr val="FFFFFF"/>
                </a:solidFill>
                <a:latin typeface="Segoe UI"/>
                <a:cs typeface="Segoe UI"/>
              </a:rPr>
              <a:t>Sign off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/>
          <p:nvPr/>
        </p:nvSpPr>
        <p:spPr>
          <a:xfrm>
            <a:off x="457200" y="201168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800" b="0" dirty="0">
                <a:solidFill>
                  <a:srgbClr val="000000"/>
                </a:solidFill>
                <a:latin typeface="Segoe UI"/>
                <a:cs typeface="Segoe UI"/>
              </a:rPr>
              <a:t>BCP Questionnaire</a:t>
            </a:r>
            <a:r>
              <a:rPr lang="en-US" sz="1800" b="0">
                <a:solidFill>
                  <a:srgbClr val="000000"/>
                </a:solidFill>
                <a:latin typeface="Segoe UI"/>
                <a:cs typeface="Segoe UI"/>
              </a:rPr>
              <a:t>: Developer Guide</a:t>
            </a:r>
          </a:p>
        </p:txBody>
      </p:sp>
      <p:sp>
        <p:nvSpPr>
          <p:cNvPr id="4" name="Subtitle"/>
          <p:cNvSpPr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900" b="0" dirty="0">
                <a:solidFill>
                  <a:srgbClr val="6B7280"/>
                </a:solidFill>
                <a:latin typeface="Segoe UI"/>
                <a:cs typeface="Segoe UI"/>
              </a:rPr>
              <a:t>Question by question</a:t>
            </a:r>
            <a:r>
              <a:rPr lang="en-US" sz="900" b="0">
                <a:solidFill>
                  <a:srgbClr val="6B7280"/>
                </a:solidFill>
                <a:latin typeface="Segoe UI"/>
                <a:cs typeface="Segoe UI"/>
              </a:rPr>
              <a:t>: </a:t>
            </a:r>
            <a:r>
              <a:rPr lang="en-US" sz="900" b="0" dirty="0">
                <a:solidFill>
                  <a:srgbClr val="6B7280"/>
                </a:solidFill>
                <a:latin typeface="Segoe UI"/>
                <a:cs typeface="Segoe UI"/>
              </a:rPr>
              <a:t>answer type and what </a:t>
            </a:r>
            <a:r>
              <a:rPr lang="en-US" sz="900" b="0">
                <a:solidFill>
                  <a:srgbClr val="6B7280"/>
                </a:solidFill>
                <a:latin typeface="Segoe UI"/>
                <a:cs typeface="Segoe UI"/>
              </a:rPr>
              <a:t>Pulse </a:t>
            </a:r>
            <a:r>
              <a:rPr lang="en-US" sz="900" b="0" dirty="0">
                <a:solidFill>
                  <a:srgbClr val="6B7280"/>
                </a:solidFill>
                <a:latin typeface="Segoe UI"/>
                <a:cs typeface="Segoe UI"/>
              </a:rPr>
              <a:t>pre-fills (source: BR Questionnaire for Process Migration v1)</a:t>
            </a:r>
            <a:endParaRPr lang="en-US" sz="900" b="0">
              <a:solidFill>
                <a:srgbClr val="6B7280"/>
              </a:solidFill>
              <a:latin typeface="Segoe UI"/>
              <a:cs typeface="Segoe UI"/>
            </a:endParaRPr>
          </a:p>
        </p:txBody>
      </p:sp>
      <p:graphicFrame>
        <p:nvGraphicFramePr>
          <p:cNvPr id="5" name="Question map" descr="Question map: question, answer type and pre-fill sourc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5038009"/>
              </p:ext>
            </p:extLst>
          </p:nvPr>
        </p:nvGraphicFramePr>
        <p:xfrm>
          <a:off x="457200" y="1005840"/>
          <a:ext cx="7406640" cy="4114800"/>
        </p:xfrm>
        <a:graphic>
          <a:graphicData uri="http://schemas.openxmlformats.org/drawingml/2006/table">
            <a:tbl>
              <a:tblPr firstRow="1" bandRow="1"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#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Question</a:t>
                      </a:r>
                      <a:endParaRPr lang="en-US" sz="750" b="1" dirty="0">
                        <a:solidFill>
                          <a:srgbClr val="FFFFFF"/>
                        </a:solidFill>
                        <a:latin typeface="Segoe UI"/>
                        <a:cs typeface="Segoe UI"/>
                      </a:endParaRP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Answer type</a:t>
                      </a:r>
                      <a:endParaRPr lang="en-US" sz="750" b="1" dirty="0">
                        <a:solidFill>
                          <a:srgbClr val="FFFFFF"/>
                        </a:solidFill>
                        <a:latin typeface="Segoe UI"/>
                        <a:cs typeface="Segoe UI"/>
                      </a:endParaRP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Pre-filled from</a:t>
                      </a:r>
                      <a:endParaRPr lang="en-US" sz="750" b="1" dirty="0">
                        <a:solidFill>
                          <a:srgbClr val="FFFFFF"/>
                        </a:solidFill>
                        <a:latin typeface="Segoe UI"/>
                        <a:cs typeface="Segoe UI"/>
                      </a:endParaRP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New process or existing in a GSC?</a:t>
                      </a:r>
                      <a:endParaRPr lang="en-US" sz="700" b="1" dirty="0">
                        <a:solidFill>
                          <a:srgbClr val="1F2937"/>
                        </a:solidFill>
                        <a:latin typeface="Segoe UI"/>
                        <a:cs typeface="Segoe UI"/>
                      </a:endParaRP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Choice (2 options)</a:t>
                      </a:r>
                      <a:endParaRPr lang="en-US" sz="700" b="0" dirty="0">
                        <a:solidFill>
                          <a:srgbClr val="1F2937"/>
                        </a:solidFill>
                        <a:latin typeface="Segoe UI"/>
                        <a:cs typeface="Segoe UI"/>
                      </a:endParaRP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6B7280"/>
                          </a:solidFill>
                          <a:latin typeface="Segoe UI"/>
                          <a:cs typeface="Segoe UI"/>
                        </a:rPr>
                        <a:t>Manual</a:t>
                      </a:r>
                      <a:endParaRPr lang="en-US" sz="700" b="0" dirty="0">
                        <a:solidFill>
                          <a:srgbClr val="6B7280"/>
                        </a:solidFill>
                        <a:latin typeface="Segoe UI"/>
                        <a:cs typeface="Segoe UI"/>
                      </a:endParaRP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Vertical, process, subprocess</a:t>
                      </a:r>
                      <a:endParaRPr lang="en-US" sz="700" b="1" dirty="0">
                        <a:solidFill>
                          <a:srgbClr val="1F2937"/>
                        </a:solidFill>
                        <a:latin typeface="Segoe UI"/>
                        <a:cs typeface="Segoe UI"/>
                      </a:endParaRP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3 text fields</a:t>
                      </a:r>
                      <a:endParaRPr lang="en-US" sz="700" b="0" dirty="0">
                        <a:solidFill>
                          <a:srgbClr val="1F2937"/>
                        </a:solidFill>
                        <a:latin typeface="Segoe UI"/>
                        <a:cs typeface="Segoe UI"/>
                      </a:endParaRP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565D8"/>
                          </a:solidFill>
                          <a:latin typeface="Segoe UI"/>
                          <a:cs typeface="Segoe UI"/>
                        </a:rPr>
                        <a:t>Intake (vertical, process); Scope activities (subprocess)</a:t>
                      </a:r>
                      <a:endParaRPr lang="en-US" sz="700" b="1" dirty="0">
                        <a:solidFill>
                          <a:srgbClr val="1565D8"/>
                        </a:solidFill>
                        <a:latin typeface="Segoe UI"/>
                        <a:cs typeface="Segoe UI"/>
                      </a:endParaRP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SLA, region / area, peak days and months</a:t>
                      </a:r>
                      <a:endParaRPr lang="en-US" sz="700" b="1" dirty="0">
                        <a:solidFill>
                          <a:srgbClr val="1F2937"/>
                        </a:solidFill>
                        <a:latin typeface="Segoe UI"/>
                        <a:cs typeface="Segoe UI"/>
                      </a:endParaRP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4 text fields</a:t>
                      </a:r>
                      <a:endParaRPr lang="en-US" sz="700" b="0" dirty="0">
                        <a:solidFill>
                          <a:srgbClr val="1F2937"/>
                        </a:solidFill>
                        <a:latin typeface="Segoe UI"/>
                        <a:cs typeface="Segoe UI"/>
                      </a:endParaRP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565D8"/>
                          </a:solidFill>
                          <a:latin typeface="Segoe UI"/>
                          <a:cs typeface="Segoe UI"/>
                        </a:rPr>
                        <a:t>Intake (region / area); rest manual</a:t>
                      </a:r>
                      <a:endParaRPr lang="en-US" sz="700" b="1" dirty="0">
                        <a:solidFill>
                          <a:srgbClr val="1565D8"/>
                        </a:solidFill>
                        <a:latin typeface="Segoe UI"/>
                        <a:cs typeface="Segoe UI"/>
                      </a:endParaRP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FTE to migrate; language-dependent FTE</a:t>
                      </a:r>
                      <a:endParaRPr lang="en-US" sz="700" b="1" dirty="0">
                        <a:solidFill>
                          <a:srgbClr val="1F2937"/>
                        </a:solidFill>
                        <a:latin typeface="Segoe UI"/>
                        <a:cs typeface="Segoe UI"/>
                      </a:endParaRP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Number + text</a:t>
                      </a:r>
                      <a:endParaRPr lang="en-US" sz="700" b="0" dirty="0">
                        <a:solidFill>
                          <a:srgbClr val="1F2937"/>
                        </a:solidFill>
                        <a:latin typeface="Segoe UI"/>
                        <a:cs typeface="Segoe UI"/>
                      </a:endParaRP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565D8"/>
                          </a:solidFill>
                          <a:latin typeface="Segoe UI"/>
                          <a:cs typeface="Segoe UI"/>
                        </a:rPr>
                        <a:t>Scope Statement locked final FTE; language FTE manual</a:t>
                      </a:r>
                      <a:endParaRPr lang="en-US" sz="700" b="1" dirty="0">
                        <a:solidFill>
                          <a:srgbClr val="1565D8"/>
                        </a:solidFill>
                        <a:latin typeface="Segoe UI"/>
                        <a:cs typeface="Segoe UI"/>
                      </a:endParaRP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Operating time (UTC)</a:t>
                      </a:r>
                      <a:endParaRPr lang="en-US" sz="700" b="1" dirty="0">
                        <a:solidFill>
                          <a:srgbClr val="1F2937"/>
                        </a:solidFill>
                        <a:latin typeface="Segoe UI"/>
                        <a:cs typeface="Segoe UI"/>
                      </a:endParaRP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Time range + days</a:t>
                      </a:r>
                      <a:endParaRPr lang="en-US" sz="700" b="0" dirty="0">
                        <a:solidFill>
                          <a:srgbClr val="1F2937"/>
                        </a:solidFill>
                        <a:latin typeface="Segoe UI"/>
                        <a:cs typeface="Segoe UI"/>
                      </a:endParaRP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6B7280"/>
                          </a:solidFill>
                          <a:latin typeface="Segoe UI"/>
                          <a:cs typeface="Segoe UI"/>
                        </a:rPr>
                        <a:t>Manual</a:t>
                      </a:r>
                      <a:endParaRPr lang="en-US" sz="700" b="0" dirty="0">
                        <a:solidFill>
                          <a:srgbClr val="6B7280"/>
                        </a:solidFill>
                        <a:latin typeface="Segoe UI"/>
                        <a:cs typeface="Segoe UI"/>
                      </a:endParaRP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Applications used</a:t>
                      </a:r>
                      <a:endParaRPr lang="en-US" sz="700" b="1" dirty="0">
                        <a:solidFill>
                          <a:srgbClr val="1F2937"/>
                        </a:solidFill>
                        <a:latin typeface="Segoe UI"/>
                        <a:cs typeface="Segoe UI"/>
                      </a:endParaRP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Multi-select tags</a:t>
                      </a:r>
                      <a:endParaRPr lang="en-US" sz="700" b="0" dirty="0">
                        <a:solidFill>
                          <a:srgbClr val="1F2937"/>
                        </a:solidFill>
                        <a:latin typeface="Segoe UI"/>
                        <a:cs typeface="Segoe UI"/>
                      </a:endParaRP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6B7280"/>
                          </a:solidFill>
                          <a:latin typeface="Segoe UI"/>
                          <a:cs typeface="Segoe UI"/>
                        </a:rPr>
                        <a:t>Manual</a:t>
                      </a:r>
                      <a:endParaRPr lang="en-US" sz="700" b="0" dirty="0">
                        <a:solidFill>
                          <a:srgbClr val="6B7280"/>
                        </a:solidFill>
                        <a:latin typeface="Segoe UI"/>
                        <a:cs typeface="Segoe UI"/>
                      </a:endParaRP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Current and expected GSC</a:t>
                      </a:r>
                      <a:endParaRPr lang="en-US" sz="700" b="1" dirty="0">
                        <a:solidFill>
                          <a:srgbClr val="1F2937"/>
                        </a:solidFill>
                        <a:latin typeface="Segoe UI"/>
                        <a:cs typeface="Segoe UI"/>
                      </a:endParaRP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2 fields</a:t>
                      </a:r>
                      <a:endParaRPr lang="en-US" sz="700" b="0" dirty="0">
                        <a:solidFill>
                          <a:srgbClr val="1F2937"/>
                        </a:solidFill>
                        <a:latin typeface="Segoe UI"/>
                        <a:cs typeface="Segoe UI"/>
                      </a:endParaRP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565D8"/>
                          </a:solidFill>
                          <a:latin typeface="Segoe UI"/>
                          <a:cs typeface="Segoe UI"/>
                        </a:rPr>
                        <a:t>Intake destination; current GSC from Q1</a:t>
                      </a:r>
                      <a:endParaRPr lang="en-US" sz="700" b="1" dirty="0">
                        <a:solidFill>
                          <a:srgbClr val="1565D8"/>
                        </a:solidFill>
                        <a:latin typeface="Segoe UI"/>
                        <a:cs typeface="Segoe UI"/>
                      </a:endParaRP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Two GSCs for resilience?</a:t>
                      </a:r>
                      <a:endParaRPr lang="en-US" sz="700" b="1" dirty="0">
                        <a:solidFill>
                          <a:srgbClr val="1F2937"/>
                        </a:solidFill>
                        <a:latin typeface="Segoe UI"/>
                        <a:cs typeface="Segoe UI"/>
                      </a:endParaRP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Yes / No / Maybe + comment</a:t>
                      </a:r>
                      <a:endParaRPr lang="en-US" sz="700" b="0" dirty="0">
                        <a:solidFill>
                          <a:srgbClr val="1F2937"/>
                        </a:solidFill>
                        <a:latin typeface="Segoe UI"/>
                        <a:cs typeface="Segoe UI"/>
                      </a:endParaRP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6B7280"/>
                          </a:solidFill>
                          <a:latin typeface="Segoe UI"/>
                          <a:cs typeface="Segoe UI"/>
                        </a:rPr>
                        <a:t>Manual</a:t>
                      </a:r>
                      <a:endParaRPr lang="en-US" sz="700" b="0" dirty="0">
                        <a:solidFill>
                          <a:srgbClr val="6B7280"/>
                        </a:solidFill>
                        <a:latin typeface="Segoe UI"/>
                        <a:cs typeface="Segoe UI"/>
                      </a:endParaRP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9</a:t>
                      </a:r>
                      <a:endParaRPr lang="en-US" sz="700" b="0" dirty="0">
                        <a:solidFill>
                          <a:srgbClr val="1F2937"/>
                        </a:solidFill>
                        <a:latin typeface="Segoe UI"/>
                        <a:cs typeface="Segoe UI"/>
                      </a:endParaRP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Area retains contingency FTE?</a:t>
                      </a:r>
                      <a:endParaRPr lang="en-US" sz="700" b="1" dirty="0">
                        <a:solidFill>
                          <a:srgbClr val="1F2937"/>
                        </a:solidFill>
                        <a:latin typeface="Segoe UI"/>
                        <a:cs typeface="Segoe UI"/>
                      </a:endParaRP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Yes / No + detail</a:t>
                      </a:r>
                      <a:endParaRPr lang="en-US" sz="700" b="0" dirty="0">
                        <a:solidFill>
                          <a:srgbClr val="1F2937"/>
                        </a:solidFill>
                        <a:latin typeface="Segoe UI"/>
                        <a:cs typeface="Segoe UI"/>
                      </a:endParaRP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6B7280"/>
                          </a:solidFill>
                          <a:latin typeface="Segoe UI"/>
                          <a:cs typeface="Segoe UI"/>
                        </a:rPr>
                        <a:t>Manual</a:t>
                      </a:r>
                      <a:endParaRPr lang="en-US" sz="700" b="0" dirty="0">
                        <a:solidFill>
                          <a:srgbClr val="6B7280"/>
                        </a:solidFill>
                        <a:latin typeface="Segoe UI"/>
                        <a:cs typeface="Segoe UI"/>
                      </a:endParaRP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10</a:t>
                      </a:r>
                      <a:endParaRPr lang="en-US" sz="700" b="0" dirty="0">
                        <a:solidFill>
                          <a:srgbClr val="1F2937"/>
                        </a:solidFill>
                        <a:latin typeface="Segoe UI"/>
                        <a:cs typeface="Segoe UI"/>
                      </a:endParaRP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Other BCP information</a:t>
                      </a:r>
                      <a:endParaRPr lang="en-US" sz="700" b="1" dirty="0">
                        <a:solidFill>
                          <a:srgbClr val="1F2937"/>
                        </a:solidFill>
                        <a:latin typeface="Segoe UI"/>
                        <a:cs typeface="Segoe UI"/>
                      </a:endParaRP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Free text</a:t>
                      </a:r>
                      <a:endParaRPr lang="en-US" sz="700" b="0" dirty="0">
                        <a:solidFill>
                          <a:srgbClr val="1F2937"/>
                        </a:solidFill>
                        <a:latin typeface="Segoe UI"/>
                        <a:cs typeface="Segoe UI"/>
                      </a:endParaRP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6B7280"/>
                          </a:solidFill>
                          <a:latin typeface="Segoe UI"/>
                          <a:cs typeface="Segoe UI"/>
                        </a:rPr>
                        <a:t>Manual</a:t>
                      </a:r>
                      <a:endParaRPr lang="en-US" sz="700" b="0" dirty="0">
                        <a:solidFill>
                          <a:srgbClr val="6B7280"/>
                        </a:solidFill>
                        <a:latin typeface="Segoe UI"/>
                        <a:cs typeface="Segoe UI"/>
                      </a:endParaRP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Rule card 1"/>
          <p:cNvSpPr/>
          <p:nvPr/>
        </p:nvSpPr>
        <p:spPr>
          <a:xfrm>
            <a:off x="8183879" y="1005840"/>
            <a:ext cx="3566160" cy="7955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91440" tIns="27432" rIns="91440" bIns="27432" rtlCol="0" anchor="t">
            <a:noAutofit/>
          </a:bodyPr>
          <a:lstStyle/>
          <a:p>
            <a:pPr algn="l">
              <a:buNone/>
            </a:pPr>
            <a:r>
              <a:rPr lang="en-US" sz="900" b="1" dirty="0">
                <a:solidFill>
                  <a:srgbClr val="0B2A4A"/>
                </a:solidFill>
                <a:latin typeface="Segoe UI"/>
                <a:cs typeface="Segoe UI"/>
              </a:rPr>
              <a:t>Set-up</a:t>
            </a:r>
            <a:endParaRPr lang="en-US" sz="900" b="1">
              <a:solidFill>
                <a:srgbClr val="0B2A4A"/>
              </a:solidFill>
              <a:latin typeface="Segoe UI"/>
              <a:cs typeface="Segoe UI"/>
            </a:endParaRP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One questionnaire per process listed in Intake / Scope</a:t>
            </a: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.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Assigned to </a:t>
            </a: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the </a:t>
            </a: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Area team (Area POC or Area SME from Stakeholder Registration).</a:t>
            </a:r>
            <a:endParaRPr lang="en-US" sz="750" b="0">
              <a:solidFill>
                <a:srgbClr val="1F2937"/>
              </a:solidFill>
              <a:latin typeface="Segoe UI"/>
              <a:cs typeface="Segoe UI"/>
            </a:endParaRPr>
          </a:p>
        </p:txBody>
      </p:sp>
      <p:sp>
        <p:nvSpPr>
          <p:cNvPr id="7" name="Callout 1" descr="Callout 1 - see developer guide"/>
          <p:cNvSpPr/>
          <p:nvPr/>
        </p:nvSpPr>
        <p:spPr>
          <a:xfrm>
            <a:off x="7955279" y="1069848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8" name="Rule card 2"/>
          <p:cNvSpPr/>
          <p:nvPr/>
        </p:nvSpPr>
        <p:spPr>
          <a:xfrm>
            <a:off x="8183879" y="1892808"/>
            <a:ext cx="3566160" cy="7955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91440" tIns="27432" rIns="91440" bIns="27432" rtlCol="0" anchor="t">
            <a:noAutofit/>
          </a:bodyPr>
          <a:lstStyle/>
          <a:p>
            <a:pPr algn="l">
              <a:buNone/>
            </a:pPr>
            <a:r>
              <a:rPr lang="en-US" sz="900" b="1" dirty="0">
                <a:solidFill>
                  <a:srgbClr val="0B2A4A"/>
                </a:solidFill>
                <a:latin typeface="Segoe UI"/>
                <a:cs typeface="Segoe UI"/>
              </a:rPr>
              <a:t>Answer controls</a:t>
            </a:r>
            <a:endParaRPr lang="en-US" sz="900" b="1">
              <a:solidFill>
                <a:srgbClr val="0B2A4A"/>
              </a:solidFill>
              <a:latin typeface="Segoe UI"/>
              <a:cs typeface="Segoe UI"/>
            </a:endParaRP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Single choice as segmented buttons; Q7 current GSC follows Q1 automatically</a:t>
            </a: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.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Progress counts answered questions</a:t>
            </a: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.</a:t>
            </a:r>
          </a:p>
        </p:txBody>
      </p:sp>
      <p:sp>
        <p:nvSpPr>
          <p:cNvPr id="9" name="Callout 2" descr="Callout 2 - see developer guide"/>
          <p:cNvSpPr/>
          <p:nvPr/>
        </p:nvSpPr>
        <p:spPr>
          <a:xfrm>
            <a:off x="7955279" y="1956816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10" name="Rule card 3"/>
          <p:cNvSpPr/>
          <p:nvPr/>
        </p:nvSpPr>
        <p:spPr>
          <a:xfrm>
            <a:off x="8183879" y="2779776"/>
            <a:ext cx="3566160" cy="7955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91440" tIns="27432" rIns="91440" bIns="27432" rtlCol="0" anchor="t">
            <a:noAutofit/>
          </a:bodyPr>
          <a:lstStyle/>
          <a:p>
            <a:pPr algn="l">
              <a:buNone/>
            </a:pPr>
            <a:r>
              <a:rPr lang="en-US" sz="900" b="1" dirty="0">
                <a:solidFill>
                  <a:srgbClr val="0B2A4A"/>
                </a:solidFill>
                <a:latin typeface="Segoe UI"/>
                <a:cs typeface="Segoe UI"/>
              </a:rPr>
              <a:t>Pre-filled answers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Shown in blue with a source tag; read-only here.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Changed only in the owning artifact; updates flow in automatically and are logged.</a:t>
            </a:r>
          </a:p>
        </p:txBody>
      </p:sp>
      <p:sp>
        <p:nvSpPr>
          <p:cNvPr id="11" name="Callout 3" descr="Callout 3 - see developer guide"/>
          <p:cNvSpPr/>
          <p:nvPr/>
        </p:nvSpPr>
        <p:spPr>
          <a:xfrm>
            <a:off x="7955279" y="2843784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12" name="Rule card 4"/>
          <p:cNvSpPr/>
          <p:nvPr/>
        </p:nvSpPr>
        <p:spPr>
          <a:xfrm>
            <a:off x="8183879" y="3666744"/>
            <a:ext cx="356616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91440" tIns="27432" rIns="91440" bIns="27432" rtlCol="0" anchor="t">
            <a:noAutofit/>
          </a:bodyPr>
          <a:lstStyle/>
          <a:p>
            <a:pPr algn="l">
              <a:buNone/>
            </a:pPr>
            <a:r>
              <a:rPr lang="en-US" sz="900" b="1" dirty="0">
                <a:solidFill>
                  <a:srgbClr val="0B2A4A"/>
                </a:solidFill>
                <a:latin typeface="Segoe UI"/>
                <a:cs typeface="Segoe UI"/>
              </a:rPr>
              <a:t>Resilience choice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Yes or Maybe on Q8 raises a 'second site' flag for the review.</a:t>
            </a:r>
          </a:p>
        </p:txBody>
      </p:sp>
      <p:sp>
        <p:nvSpPr>
          <p:cNvPr id="13" name="Callout 4" descr="Callout 4 - see developer guide"/>
          <p:cNvSpPr/>
          <p:nvPr/>
        </p:nvSpPr>
        <p:spPr>
          <a:xfrm>
            <a:off x="7955279" y="3730752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14" name="Rule card 5"/>
          <p:cNvSpPr/>
          <p:nvPr/>
        </p:nvSpPr>
        <p:spPr>
          <a:xfrm>
            <a:off x="8183879" y="4398264"/>
            <a:ext cx="3566160" cy="11064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91440" tIns="27432" rIns="91440" bIns="27432" rtlCol="0" anchor="t">
            <a:noAutofit/>
          </a:bodyPr>
          <a:lstStyle/>
          <a:p>
            <a:pPr algn="l">
              <a:buNone/>
            </a:pPr>
            <a:r>
              <a:rPr lang="en-US" sz="900" b="1" dirty="0">
                <a:solidFill>
                  <a:srgbClr val="0B2A4A"/>
                </a:solidFill>
                <a:latin typeface="Segoe UI"/>
                <a:cs typeface="Segoe UI"/>
              </a:rPr>
              <a:t>Review &amp; sign-off (proposed)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Submit needs all 10 answered.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Joint review: Migration, Execution, Area and Business Resilience.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Flags and mitigation actions need an owner and date; Execution and Area sign-off needed before go-live readiness.</a:t>
            </a:r>
          </a:p>
        </p:txBody>
      </p:sp>
      <p:sp>
        <p:nvSpPr>
          <p:cNvPr id="15" name="Callout 5" descr="Callout 5 - see developer guide"/>
          <p:cNvSpPr/>
          <p:nvPr/>
        </p:nvSpPr>
        <p:spPr>
          <a:xfrm>
            <a:off x="7955279" y="4462272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 dirty="0">
                <a:solidFill>
                  <a:srgbClr val="FFFFFF"/>
                </a:solidFill>
                <a:latin typeface="Segoe UI"/>
                <a:cs typeface="Segoe UI"/>
              </a:rPr>
              <a:t>5</a:t>
            </a:r>
          </a:p>
        </p:txBody>
      </p:sp>
      <p:sp>
        <p:nvSpPr>
          <p:cNvPr id="16" name="Note card"/>
          <p:cNvSpPr/>
          <p:nvPr/>
        </p:nvSpPr>
        <p:spPr>
          <a:xfrm>
            <a:off x="457200" y="5257800"/>
            <a:ext cx="7406640" cy="822960"/>
          </a:xfrm>
          <a:prstGeom prst="roundRect">
            <a:avLst>
              <a:gd name="adj" fmla="val 6000"/>
            </a:avLst>
          </a:prstGeom>
          <a:solidFill>
            <a:srgbClr val="EAF2FD"/>
          </a:solidFill>
          <a:ln>
            <a:noFill/>
          </a:ln>
        </p:spPr>
        <p:txBody>
          <a:bodyPr wrap="square" lIns="109728" tIns="27432" rIns="109728" bIns="27432" rtlCol="0" anchor="t">
            <a:noAutofit/>
          </a:bodyPr>
          <a:lstStyle/>
          <a:p>
            <a:pPr algn="l">
              <a:buNone/>
            </a:pPr>
            <a:r>
              <a:rPr lang="en-US" sz="900" b="1" dirty="0">
                <a:solidFill>
                  <a:srgbClr val="0B2A4A"/>
                </a:solidFill>
                <a:latin typeface="Segoe UI"/>
                <a:cs typeface="Segoe UI"/>
              </a:rPr>
              <a:t>Recommended usage (from the source questionnaire)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750" b="0" dirty="0">
                <a:solidFill>
                  <a:srgbClr val="1F2937"/>
                </a:solidFill>
                <a:latin typeface="Segoe UI"/>
                <a:cs typeface="Segoe UI"/>
              </a:rPr>
              <a:t>Complete for every process moving to GSC. Pay attention to critical, single-site dependent, system-sensitive, backlog-prone, complex or crisis-impacting activities.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1_Mærsk">
  <a:themeElements>
    <a:clrScheme name="Maersk">
      <a:dk1>
        <a:srgbClr val="141414"/>
      </a:dk1>
      <a:lt1>
        <a:srgbClr val="FFFFFF"/>
      </a:lt1>
      <a:dk2>
        <a:srgbClr val="545454"/>
      </a:dk2>
      <a:lt2>
        <a:srgbClr val="EDEDED"/>
      </a:lt2>
      <a:accent1>
        <a:srgbClr val="42B0D5"/>
      </a:accent1>
      <a:accent2>
        <a:srgbClr val="00243D"/>
      </a:accent2>
      <a:accent3>
        <a:srgbClr val="CFCFCF"/>
      </a:accent3>
      <a:accent4>
        <a:srgbClr val="ED685F"/>
      </a:accent4>
      <a:accent5>
        <a:srgbClr val="00796B"/>
      </a:accent5>
      <a:accent6>
        <a:srgbClr val="F59F19"/>
      </a:accent6>
      <a:hlink>
        <a:srgbClr val="0000FF"/>
      </a:hlink>
      <a:folHlink>
        <a:srgbClr val="800080"/>
      </a:folHlink>
    </a:clrScheme>
    <a:fontScheme name="Maersk">
      <a:majorFont>
        <a:latin typeface="Maersk Headline Light"/>
        <a:ea typeface=""/>
        <a:cs typeface=""/>
      </a:majorFont>
      <a:minorFont>
        <a:latin typeface="Maersk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lIns="237600" tIns="237600" rIns="237600" bIns="237600" rtlCol="0" anchor="ctr"/>
      <a:lstStyle>
        <a:defPPr algn="ctr">
          <a:defRPr sz="2000" noProof="0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237600" tIns="237600" rIns="237600" bIns="237600" rtlCol="0">
        <a:spAutoFit/>
      </a:bodyPr>
      <a:lstStyle>
        <a:defPPr algn="l"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Maersk New Template July 2019.pptx" id="{49BBB41D-CA20-4795-8791-789A2CC8836C}" vid="{F06BC87B-4534-4F50-B149-416A48A5DB9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A45DE7C3839F841B5E9F8D763FFF083" ma:contentTypeVersion="3" ma:contentTypeDescription="Create a new document." ma:contentTypeScope="" ma:versionID="cb2fa4655c5cc43cbbfd8d722177f7b2">
  <xsd:schema xmlns:xsd="http://www.w3.org/2001/XMLSchema" xmlns:xs="http://www.w3.org/2001/XMLSchema" xmlns:p="http://schemas.microsoft.com/office/2006/metadata/properties" xmlns:ns2="f43c6e38-65ad-48c8-af38-9d0d3e91716b" targetNamespace="http://schemas.microsoft.com/office/2006/metadata/properties" ma:root="true" ma:fieldsID="6abd56fb687aa3ff585a18a9d69d130e" ns2:_="">
    <xsd:import namespace="f43c6e38-65ad-48c8-af38-9d0d3e9171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3c6e38-65ad-48c8-af38-9d0d3e9171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48315DA-C05A-46BB-89A0-B03987136F3C}">
  <ds:schemaRefs>
    <ds:schemaRef ds:uri="http://purl.org/dc/dcmitype/"/>
    <ds:schemaRef ds:uri="http://schemas.microsoft.com/office/2006/metadata/properties"/>
    <ds:schemaRef ds:uri="http://www.w3.org/XML/1998/namespace"/>
    <ds:schemaRef ds:uri="http://purl.org/dc/terms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399F1BC-F94F-4801-A2A8-F384BCB8D7B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8FFA1EA-088A-475D-911D-4AD3070B565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43c6e38-65ad-48c8-af38-9d0d3e91716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4131</TotalTime>
  <Words>6726</Words>
  <Application>Microsoft Office PowerPoint</Application>
  <PresentationFormat>Widescreen</PresentationFormat>
  <Paragraphs>1402</Paragraphs>
  <Slides>36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7" baseType="lpstr">
      <vt:lpstr>Aptos</vt:lpstr>
      <vt:lpstr>Arial</vt:lpstr>
      <vt:lpstr>Consolas</vt:lpstr>
      <vt:lpstr>Maersk Headline Light</vt:lpstr>
      <vt:lpstr>Maersk Headline Office</vt:lpstr>
      <vt:lpstr>Maersk Text</vt:lpstr>
      <vt:lpstr>Maersk Text Office Light</vt:lpstr>
      <vt:lpstr>Segoe UI</vt:lpstr>
      <vt:lpstr>Office Theme</vt:lpstr>
      <vt:lpstr>11_Mærsk</vt:lpstr>
      <vt:lpstr>thinkcell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Maersk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WPM Dashboard Design Ideas</dc:title>
  <dc:subject>Five dashboard design concepts</dc:subject>
  <dc:creator>Madhura Fadnis</dc:creator>
  <cp:lastModifiedBy>Madhura Fadnis</cp:lastModifiedBy>
  <cp:revision>2</cp:revision>
  <dcterms:created xsi:type="dcterms:W3CDTF">2026-09-28T14:13:59Z</dcterms:created>
  <dcterms:modified xsi:type="dcterms:W3CDTF">2026-10-22T16:41:40Z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814e8bd-8835-4321-b7cc-2751ed18cf11_Enabled">
    <vt:lpwstr>true</vt:lpwstr>
  </property>
  <property fmtid="{D5CDD505-2E9C-101B-9397-08002B2CF9AE}" pid="3" name="MSIP_Label_b814e8bd-8835-4321-b7cc-2751ed18cf11_SetDate">
    <vt:lpwstr>2026-09-28T14:13:59Z</vt:lpwstr>
  </property>
  <property fmtid="{D5CDD505-2E9C-101B-9397-08002B2CF9AE}" pid="4" name="MSIP_Label_b814e8bd-8835-4321-b7cc-2751ed18cf11_Method">
    <vt:lpwstr>Standard</vt:lpwstr>
  </property>
  <property fmtid="{D5CDD505-2E9C-101B-9397-08002B2CF9AE}" pid="5" name="MSIP_Label_b814e8bd-8835-4321-b7cc-2751ed18cf11_Name">
    <vt:lpwstr>Confidential</vt:lpwstr>
  </property>
  <property fmtid="{D5CDD505-2E9C-101B-9397-08002B2CF9AE}" pid="6" name="MSIP_Label_b814e8bd-8835-4321-b7cc-2751ed18cf11_SiteId">
    <vt:lpwstr>05d75c05-fa1a-42e7-9cf1-eb416c396f2d</vt:lpwstr>
  </property>
  <property fmtid="{D5CDD505-2E9C-101B-9397-08002B2CF9AE}" pid="7" name="MSIP_Label_b814e8bd-8835-4321-b7cc-2751ed18cf11_ActionId">
    <vt:lpwstr>14e29773-6d66-420e-b0ab-950e11138959</vt:lpwstr>
  </property>
  <property fmtid="{D5CDD505-2E9C-101B-9397-08002B2CF9AE}" pid="8" name="MSIP_Label_b814e8bd-8835-4321-b7cc-2751ed18cf11_ContentBits">
    <vt:lpwstr>0</vt:lpwstr>
  </property>
  <property fmtid="{D5CDD505-2E9C-101B-9397-08002B2CF9AE}" pid="9" name="ContentTypeId">
    <vt:lpwstr>0x0101008A45DE7C3839F841B5E9F8D763FFF083</vt:lpwstr>
  </property>
</Properties>
</file>